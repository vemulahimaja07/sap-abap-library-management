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  <p:sldId id="263" r:id="rId9"/>
    <p:sldId id="268" r:id="rId10"/>
    <p:sldId id="279" r:id="rId11"/>
    <p:sldId id="264" r:id="rId12"/>
    <p:sldId id="265" r:id="rId13"/>
    <p:sldId id="269" r:id="rId14"/>
    <p:sldId id="270" r:id="rId15"/>
    <p:sldId id="267" r:id="rId16"/>
    <p:sldId id="271" r:id="rId17"/>
    <p:sldId id="273" r:id="rId18"/>
    <p:sldId id="274" r:id="rId19"/>
    <p:sldId id="275" r:id="rId20"/>
    <p:sldId id="278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0F00F0-78A9-411C-9510-DFCC7DAB441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141D81E-E151-4D4C-8C8B-3FC5BAEC49B5}">
      <dgm:prSet custT="1"/>
      <dgm:spPr/>
      <dgm:t>
        <a:bodyPr/>
        <a:lstStyle/>
        <a:p>
          <a:r>
            <a:rPr lang="en-IN" sz="2000" b="1" dirty="0">
              <a:solidFill>
                <a:schemeClr val="tx2">
                  <a:lumMod val="25000"/>
                </a:schemeClr>
              </a:solidFill>
              <a:latin typeface="Algerian" panose="04020705040A02060702" pitchFamily="82" charset="0"/>
            </a:rPr>
            <a:t>VEMULA HIMAJA </a:t>
          </a:r>
          <a:br>
            <a:rPr lang="en-IN" sz="1900" b="1" dirty="0">
              <a:latin typeface="Bahnschrift Light Condensed" panose="020B0502040204020203" pitchFamily="34" charset="0"/>
            </a:rPr>
          </a:br>
          <a:r>
            <a:rPr lang="en-IN" sz="1900" b="1" dirty="0">
              <a:solidFill>
                <a:schemeClr val="accent1">
                  <a:lumMod val="50000"/>
                </a:schemeClr>
              </a:solidFill>
              <a:latin typeface="Bahnschrift Light Condensed" panose="020B0502040204020203" pitchFamily="34" charset="0"/>
            </a:rPr>
            <a:t>BACKEND DEVELOPER</a:t>
          </a:r>
          <a:endParaRPr lang="en-IN" sz="1900" dirty="0">
            <a:solidFill>
              <a:schemeClr val="accent1">
                <a:lumMod val="50000"/>
              </a:schemeClr>
            </a:solidFill>
            <a:latin typeface="Bahnschrift Light Condensed" panose="020B0502040204020203" pitchFamily="34" charset="0"/>
          </a:endParaRPr>
        </a:p>
      </dgm:t>
    </dgm:pt>
    <dgm:pt modelId="{C7B3C29A-BB17-4F39-83A2-0BE6EF0F6952}" type="parTrans" cxnId="{A1354412-392B-46E6-8395-63A1A5B70683}">
      <dgm:prSet/>
      <dgm:spPr/>
      <dgm:t>
        <a:bodyPr/>
        <a:lstStyle/>
        <a:p>
          <a:endParaRPr lang="en-IN"/>
        </a:p>
      </dgm:t>
    </dgm:pt>
    <dgm:pt modelId="{68211B23-4ABE-4A82-9C80-078AC63A65CC}" type="sibTrans" cxnId="{A1354412-392B-46E6-8395-63A1A5B70683}">
      <dgm:prSet/>
      <dgm:spPr/>
      <dgm:t>
        <a:bodyPr/>
        <a:lstStyle/>
        <a:p>
          <a:endParaRPr lang="en-IN"/>
        </a:p>
      </dgm:t>
    </dgm:pt>
    <dgm:pt modelId="{66959DC4-2E47-4A26-8A7A-AD27B1C6FC03}" type="pres">
      <dgm:prSet presAssocID="{430F00F0-78A9-411C-9510-DFCC7DAB4411}" presName="linearFlow" presStyleCnt="0">
        <dgm:presLayoutVars>
          <dgm:dir/>
          <dgm:resizeHandles val="exact"/>
        </dgm:presLayoutVars>
      </dgm:prSet>
      <dgm:spPr/>
    </dgm:pt>
    <dgm:pt modelId="{238D40D9-7F86-4973-9352-75C49609CCEF}" type="pres">
      <dgm:prSet presAssocID="{8141D81E-E151-4D4C-8C8B-3FC5BAEC49B5}" presName="composite" presStyleCnt="0"/>
      <dgm:spPr/>
    </dgm:pt>
    <dgm:pt modelId="{043A380D-B059-4F38-82C2-BB561D03A9C2}" type="pres">
      <dgm:prSet presAssocID="{8141D81E-E151-4D4C-8C8B-3FC5BAEC49B5}" presName="imgShp" presStyleLbl="fgImgPlace1" presStyleIdx="0" presStyleCnt="1"/>
      <dgm:spPr>
        <a:blipFill>
          <a:blip xmlns:r="http://schemas.openxmlformats.org/officeDocument/2006/relationships" r:embed="rId1"/>
          <a:srcRect/>
          <a:stretch>
            <a:fillRect t="-12000" b="-12000"/>
          </a:stretch>
        </a:blipFill>
      </dgm:spPr>
    </dgm:pt>
    <dgm:pt modelId="{27092A09-850B-40EB-BEFC-3347C9BD5961}" type="pres">
      <dgm:prSet presAssocID="{8141D81E-E151-4D4C-8C8B-3FC5BAEC49B5}" presName="txShp" presStyleLbl="node1" presStyleIdx="0" presStyleCnt="1" custScaleX="118119" custLinFactNeighborX="6224" custLinFactNeighborY="-7606">
        <dgm:presLayoutVars>
          <dgm:bulletEnabled val="1"/>
        </dgm:presLayoutVars>
      </dgm:prSet>
      <dgm:spPr/>
    </dgm:pt>
  </dgm:ptLst>
  <dgm:cxnLst>
    <dgm:cxn modelId="{A1354412-392B-46E6-8395-63A1A5B70683}" srcId="{430F00F0-78A9-411C-9510-DFCC7DAB4411}" destId="{8141D81E-E151-4D4C-8C8B-3FC5BAEC49B5}" srcOrd="0" destOrd="0" parTransId="{C7B3C29A-BB17-4F39-83A2-0BE6EF0F6952}" sibTransId="{68211B23-4ABE-4A82-9C80-078AC63A65CC}"/>
    <dgm:cxn modelId="{369079DB-DB55-4622-BB2C-0245E03278A5}" type="presOf" srcId="{430F00F0-78A9-411C-9510-DFCC7DAB4411}" destId="{66959DC4-2E47-4A26-8A7A-AD27B1C6FC03}" srcOrd="0" destOrd="0" presId="urn:microsoft.com/office/officeart/2005/8/layout/vList3"/>
    <dgm:cxn modelId="{18D88AF7-F513-4BE8-A013-C319F0ED4B85}" type="presOf" srcId="{8141D81E-E151-4D4C-8C8B-3FC5BAEC49B5}" destId="{27092A09-850B-40EB-BEFC-3347C9BD5961}" srcOrd="0" destOrd="0" presId="urn:microsoft.com/office/officeart/2005/8/layout/vList3"/>
    <dgm:cxn modelId="{96D04BB7-9763-4507-8786-4D41A1DB19F2}" type="presParOf" srcId="{66959DC4-2E47-4A26-8A7A-AD27B1C6FC03}" destId="{238D40D9-7F86-4973-9352-75C49609CCEF}" srcOrd="0" destOrd="0" presId="urn:microsoft.com/office/officeart/2005/8/layout/vList3"/>
    <dgm:cxn modelId="{6B6D2400-D258-4372-85D0-C0EBBE87241F}" type="presParOf" srcId="{238D40D9-7F86-4973-9352-75C49609CCEF}" destId="{043A380D-B059-4F38-82C2-BB561D03A9C2}" srcOrd="0" destOrd="0" presId="urn:microsoft.com/office/officeart/2005/8/layout/vList3"/>
    <dgm:cxn modelId="{E10D822E-1E3A-4541-B837-43130271B989}" type="presParOf" srcId="{238D40D9-7F86-4973-9352-75C49609CCEF}" destId="{27092A09-850B-40EB-BEFC-3347C9BD596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20822C-3FA3-4A3E-A0BF-47F51DFCDFEB}" type="doc">
      <dgm:prSet loTypeId="urn:microsoft.com/office/officeart/2005/8/layout/vList3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0984D719-63CC-4A62-942D-AC118217E617}">
      <dgm:prSet/>
      <dgm:spPr/>
      <dgm:t>
        <a:bodyPr/>
        <a:lstStyle/>
        <a:p>
          <a:r>
            <a:rPr lang="en-US" dirty="0"/>
            <a:t>	</a:t>
          </a:r>
          <a:r>
            <a:rPr lang="en-US" dirty="0">
              <a:solidFill>
                <a:schemeClr val="bg1"/>
              </a:solidFill>
            </a:rPr>
            <a:t>A Library Management System is software used to manage library  operations digitally</a:t>
          </a:r>
          <a:r>
            <a:rPr lang="en-US" dirty="0"/>
            <a:t>.</a:t>
          </a:r>
          <a:endParaRPr lang="en-IN" dirty="0"/>
        </a:p>
      </dgm:t>
    </dgm:pt>
    <dgm:pt modelId="{3E142C47-5F36-448E-9E65-5DDF8316C517}" type="parTrans" cxnId="{0A7D17DB-EE8B-4EA1-B29B-C7A0F7FF299B}">
      <dgm:prSet/>
      <dgm:spPr/>
      <dgm:t>
        <a:bodyPr/>
        <a:lstStyle/>
        <a:p>
          <a:endParaRPr lang="en-IN"/>
        </a:p>
      </dgm:t>
    </dgm:pt>
    <dgm:pt modelId="{1C2F7E74-4AEC-4B30-9EBD-30AC20CBC306}" type="sibTrans" cxnId="{0A7D17DB-EE8B-4EA1-B29B-C7A0F7FF299B}">
      <dgm:prSet/>
      <dgm:spPr/>
      <dgm:t>
        <a:bodyPr/>
        <a:lstStyle/>
        <a:p>
          <a:endParaRPr lang="en-IN"/>
        </a:p>
      </dgm:t>
    </dgm:pt>
    <dgm:pt modelId="{F07C49D7-6B0B-4C4D-9FEB-69D264B8EFA3}">
      <dgm:prSet/>
      <dgm:spPr/>
      <dgm:t>
        <a:bodyPr/>
        <a:lstStyle/>
        <a:p>
          <a:r>
            <a:rPr lang="en-US" dirty="0"/>
            <a:t>	</a:t>
          </a:r>
          <a:r>
            <a:rPr lang="en-US" dirty="0">
              <a:solidFill>
                <a:schemeClr val="bg1"/>
              </a:solidFill>
            </a:rPr>
            <a:t>It maintains records of books, members, and transactions.</a:t>
          </a:r>
          <a:endParaRPr lang="en-IN" dirty="0">
            <a:solidFill>
              <a:schemeClr val="bg1"/>
            </a:solidFill>
          </a:endParaRPr>
        </a:p>
      </dgm:t>
    </dgm:pt>
    <dgm:pt modelId="{4F5D0FA4-7568-417C-BC8D-B69F8FF45AB2}" type="parTrans" cxnId="{1CD51FBF-601D-480F-BA0D-F99471C6F3C8}">
      <dgm:prSet/>
      <dgm:spPr/>
      <dgm:t>
        <a:bodyPr/>
        <a:lstStyle/>
        <a:p>
          <a:endParaRPr lang="en-IN"/>
        </a:p>
      </dgm:t>
    </dgm:pt>
    <dgm:pt modelId="{69B2B677-8156-4A98-B085-A75EC9FDEAC4}" type="sibTrans" cxnId="{1CD51FBF-601D-480F-BA0D-F99471C6F3C8}">
      <dgm:prSet/>
      <dgm:spPr/>
      <dgm:t>
        <a:bodyPr/>
        <a:lstStyle/>
        <a:p>
          <a:endParaRPr lang="en-IN"/>
        </a:p>
      </dgm:t>
    </dgm:pt>
    <dgm:pt modelId="{3124D217-6231-4740-9C6B-6FA9FAB1A370}">
      <dgm:prSet/>
      <dgm:spPr/>
      <dgm:t>
        <a:bodyPr/>
        <a:lstStyle/>
        <a:p>
          <a:r>
            <a:rPr lang="en-US" dirty="0"/>
            <a:t>	</a:t>
          </a:r>
          <a:r>
            <a:rPr lang="en-US" dirty="0">
              <a:solidFill>
                <a:schemeClr val="bg1"/>
              </a:solidFill>
            </a:rPr>
            <a:t>It helps in issuing and returning books efficiently.</a:t>
          </a:r>
          <a:endParaRPr lang="en-IN" dirty="0">
            <a:solidFill>
              <a:schemeClr val="bg1"/>
            </a:solidFill>
          </a:endParaRPr>
        </a:p>
      </dgm:t>
    </dgm:pt>
    <dgm:pt modelId="{CA8E321C-A93A-41D2-B8F3-6306467F7AF5}" type="parTrans" cxnId="{97AAFDF6-5565-4B3B-8F92-9FF472543990}">
      <dgm:prSet/>
      <dgm:spPr/>
      <dgm:t>
        <a:bodyPr/>
        <a:lstStyle/>
        <a:p>
          <a:endParaRPr lang="en-IN"/>
        </a:p>
      </dgm:t>
    </dgm:pt>
    <dgm:pt modelId="{E81998C4-7CB6-411D-A117-CC9B21DD3F78}" type="sibTrans" cxnId="{97AAFDF6-5565-4B3B-8F92-9FF472543990}">
      <dgm:prSet/>
      <dgm:spPr/>
      <dgm:t>
        <a:bodyPr/>
        <a:lstStyle/>
        <a:p>
          <a:endParaRPr lang="en-IN"/>
        </a:p>
      </dgm:t>
    </dgm:pt>
    <dgm:pt modelId="{EDE5AFF8-3502-439E-82DD-7D7341409C86}">
      <dgm:prSet/>
      <dgm:spPr/>
      <dgm:t>
        <a:bodyPr/>
        <a:lstStyle/>
        <a:p>
          <a:r>
            <a:rPr lang="en-US" dirty="0"/>
            <a:t>	</a:t>
          </a:r>
          <a:r>
            <a:rPr lang="en-US" dirty="0">
              <a:solidFill>
                <a:schemeClr val="bg1"/>
              </a:solidFill>
            </a:rPr>
            <a:t>It reduces manual work and minimizes errors.</a:t>
          </a:r>
          <a:endParaRPr lang="en-IN" dirty="0">
            <a:solidFill>
              <a:schemeClr val="bg1"/>
            </a:solidFill>
          </a:endParaRPr>
        </a:p>
      </dgm:t>
    </dgm:pt>
    <dgm:pt modelId="{A37717A8-FE41-4E9A-B92F-5FB13821A0AC}" type="parTrans" cxnId="{83FFF5F9-ECA3-45B6-B489-77339458F93F}">
      <dgm:prSet/>
      <dgm:spPr/>
      <dgm:t>
        <a:bodyPr/>
        <a:lstStyle/>
        <a:p>
          <a:endParaRPr lang="en-IN"/>
        </a:p>
      </dgm:t>
    </dgm:pt>
    <dgm:pt modelId="{E7992F1E-D52F-49C5-A6A9-773656CF3B1E}" type="sibTrans" cxnId="{83FFF5F9-ECA3-45B6-B489-77339458F93F}">
      <dgm:prSet/>
      <dgm:spPr/>
      <dgm:t>
        <a:bodyPr/>
        <a:lstStyle/>
        <a:p>
          <a:endParaRPr lang="en-IN"/>
        </a:p>
      </dgm:t>
    </dgm:pt>
    <dgm:pt modelId="{C01DB51C-27D4-4B33-AAD2-AD01C4302830}">
      <dgm:prSet/>
      <dgm:spPr/>
      <dgm:t>
        <a:bodyPr/>
        <a:lstStyle/>
        <a:p>
          <a:r>
            <a:rPr lang="en-US" dirty="0"/>
            <a:t>	</a:t>
          </a:r>
          <a:r>
            <a:rPr lang="en-US" dirty="0">
              <a:solidFill>
                <a:schemeClr val="bg1">
                  <a:lumMod val="95000"/>
                  <a:lumOff val="5000"/>
                </a:schemeClr>
              </a:solidFill>
            </a:rPr>
            <a:t>It provides quick access to book availability and details.</a:t>
          </a:r>
          <a:endParaRPr lang="en-IN" dirty="0">
            <a:solidFill>
              <a:schemeClr val="bg1">
                <a:lumMod val="95000"/>
                <a:lumOff val="5000"/>
              </a:schemeClr>
            </a:solidFill>
          </a:endParaRPr>
        </a:p>
      </dgm:t>
    </dgm:pt>
    <dgm:pt modelId="{00175666-CD96-4154-B534-D4CD2839E22F}" type="parTrans" cxnId="{DAA855D5-2077-46A6-9073-DDC392A80715}">
      <dgm:prSet/>
      <dgm:spPr/>
      <dgm:t>
        <a:bodyPr/>
        <a:lstStyle/>
        <a:p>
          <a:endParaRPr lang="en-IN"/>
        </a:p>
      </dgm:t>
    </dgm:pt>
    <dgm:pt modelId="{4855D2B1-0D4D-4516-A55D-C5FB721D7FB3}" type="sibTrans" cxnId="{DAA855D5-2077-46A6-9073-DDC392A80715}">
      <dgm:prSet/>
      <dgm:spPr/>
      <dgm:t>
        <a:bodyPr/>
        <a:lstStyle/>
        <a:p>
          <a:endParaRPr lang="en-IN"/>
        </a:p>
      </dgm:t>
    </dgm:pt>
    <dgm:pt modelId="{12902C76-DA5D-41B5-8F35-FD9CAFEADCE7}">
      <dgm:prSet/>
      <dgm:spPr/>
      <dgm:t>
        <a:bodyPr/>
        <a:lstStyle/>
        <a:p>
          <a:r>
            <a:rPr lang="en-US" dirty="0"/>
            <a:t>	</a:t>
          </a:r>
          <a:r>
            <a:rPr lang="en-US" dirty="0">
              <a:solidFill>
                <a:schemeClr val="bg1">
                  <a:lumMod val="95000"/>
                  <a:lumOff val="5000"/>
                </a:schemeClr>
              </a:solidFill>
            </a:rPr>
            <a:t>It improves overall efficiency and saves time for librarians.</a:t>
          </a:r>
          <a:endParaRPr lang="en-IN" dirty="0">
            <a:solidFill>
              <a:schemeClr val="bg1">
                <a:lumMod val="95000"/>
                <a:lumOff val="5000"/>
              </a:schemeClr>
            </a:solidFill>
          </a:endParaRPr>
        </a:p>
      </dgm:t>
    </dgm:pt>
    <dgm:pt modelId="{E1F5504B-0A5A-4A74-8C10-80264DE4DA6E}" type="parTrans" cxnId="{294B1745-1F9B-45B8-ABED-A94B0B33D640}">
      <dgm:prSet/>
      <dgm:spPr/>
      <dgm:t>
        <a:bodyPr/>
        <a:lstStyle/>
        <a:p>
          <a:endParaRPr lang="en-IN"/>
        </a:p>
      </dgm:t>
    </dgm:pt>
    <dgm:pt modelId="{66E86406-466A-4850-B822-2D4B7A273D10}" type="sibTrans" cxnId="{294B1745-1F9B-45B8-ABED-A94B0B33D640}">
      <dgm:prSet/>
      <dgm:spPr/>
      <dgm:t>
        <a:bodyPr/>
        <a:lstStyle/>
        <a:p>
          <a:endParaRPr lang="en-IN"/>
        </a:p>
      </dgm:t>
    </dgm:pt>
    <dgm:pt modelId="{569D83AD-E039-4687-A1DA-142C1D177F10}">
      <dgm:prSet/>
      <dgm:spPr/>
      <dgm:t>
        <a:bodyPr/>
        <a:lstStyle/>
        <a:p>
          <a:r>
            <a:rPr lang="en-US" dirty="0"/>
            <a:t>	</a:t>
          </a:r>
          <a:r>
            <a:rPr lang="en-US" dirty="0">
              <a:solidFill>
                <a:schemeClr val="bg1">
                  <a:lumMod val="95000"/>
                  <a:lumOff val="5000"/>
                </a:schemeClr>
              </a:solidFill>
            </a:rPr>
            <a:t>It helps in generating reports and tracking library activities easily</a:t>
          </a:r>
          <a:r>
            <a:rPr lang="en-US" dirty="0"/>
            <a:t>.</a:t>
          </a:r>
          <a:endParaRPr lang="en-IN" dirty="0"/>
        </a:p>
      </dgm:t>
    </dgm:pt>
    <dgm:pt modelId="{1453828A-8550-43BA-B7B2-D2223A2AEDEA}" type="parTrans" cxnId="{6849F529-3133-4537-9C52-51ADC1B4FD4A}">
      <dgm:prSet/>
      <dgm:spPr/>
      <dgm:t>
        <a:bodyPr/>
        <a:lstStyle/>
        <a:p>
          <a:endParaRPr lang="en-IN"/>
        </a:p>
      </dgm:t>
    </dgm:pt>
    <dgm:pt modelId="{E2B81B29-3B22-4E22-BC17-1F388F56FE8B}" type="sibTrans" cxnId="{6849F529-3133-4537-9C52-51ADC1B4FD4A}">
      <dgm:prSet/>
      <dgm:spPr/>
      <dgm:t>
        <a:bodyPr/>
        <a:lstStyle/>
        <a:p>
          <a:endParaRPr lang="en-IN"/>
        </a:p>
      </dgm:t>
    </dgm:pt>
    <dgm:pt modelId="{AE2328E4-F89A-45BB-839E-09708A20461F}" type="pres">
      <dgm:prSet presAssocID="{1A20822C-3FA3-4A3E-A0BF-47F51DFCDFEB}" presName="linearFlow" presStyleCnt="0">
        <dgm:presLayoutVars>
          <dgm:dir/>
          <dgm:resizeHandles val="exact"/>
        </dgm:presLayoutVars>
      </dgm:prSet>
      <dgm:spPr/>
    </dgm:pt>
    <dgm:pt modelId="{078DBE61-4C34-4F35-9BF9-C5FCCAC7074B}" type="pres">
      <dgm:prSet presAssocID="{0984D719-63CC-4A62-942D-AC118217E617}" presName="composite" presStyleCnt="0"/>
      <dgm:spPr/>
    </dgm:pt>
    <dgm:pt modelId="{F8190760-E973-4315-9EBF-CB10CD465F11}" type="pres">
      <dgm:prSet presAssocID="{0984D719-63CC-4A62-942D-AC118217E617}" presName="imgShp" presStyleLbl="fgImgPlace1" presStyleIdx="0" presStyleCnt="7"/>
      <dgm:spPr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</dgm:spPr>
    </dgm:pt>
    <dgm:pt modelId="{94C2E732-B99E-4664-81B0-96891587A682}" type="pres">
      <dgm:prSet presAssocID="{0984D719-63CC-4A62-942D-AC118217E617}" presName="txShp" presStyleLbl="node1" presStyleIdx="0" presStyleCnt="7" custScaleX="97646">
        <dgm:presLayoutVars>
          <dgm:bulletEnabled val="1"/>
        </dgm:presLayoutVars>
      </dgm:prSet>
      <dgm:spPr/>
    </dgm:pt>
    <dgm:pt modelId="{5B910190-4C85-49D5-976E-0F4FFA4FE953}" type="pres">
      <dgm:prSet presAssocID="{1C2F7E74-4AEC-4B30-9EBD-30AC20CBC306}" presName="spacing" presStyleCnt="0"/>
      <dgm:spPr/>
    </dgm:pt>
    <dgm:pt modelId="{E0918FED-8E7A-4D58-B60B-F9C2FF6E89C2}" type="pres">
      <dgm:prSet presAssocID="{F07C49D7-6B0B-4C4D-9FEB-69D264B8EFA3}" presName="composite" presStyleCnt="0"/>
      <dgm:spPr/>
    </dgm:pt>
    <dgm:pt modelId="{8677057A-5001-4455-9941-F7B7483E9AE4}" type="pres">
      <dgm:prSet presAssocID="{F07C49D7-6B0B-4C4D-9FEB-69D264B8EFA3}" presName="imgShp" presStyleLbl="fgImgPlace1" presStyleIdx="1" presStyleCnt="7"/>
      <dgm:spPr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</dgm:spPr>
    </dgm:pt>
    <dgm:pt modelId="{81B120E3-30AA-4770-AACC-43A07F618019}" type="pres">
      <dgm:prSet presAssocID="{F07C49D7-6B0B-4C4D-9FEB-69D264B8EFA3}" presName="txShp" presStyleLbl="node1" presStyleIdx="1" presStyleCnt="7">
        <dgm:presLayoutVars>
          <dgm:bulletEnabled val="1"/>
        </dgm:presLayoutVars>
      </dgm:prSet>
      <dgm:spPr/>
    </dgm:pt>
    <dgm:pt modelId="{1B3E45CD-49DF-49C9-8FFF-D76DC040EBA1}" type="pres">
      <dgm:prSet presAssocID="{69B2B677-8156-4A98-B085-A75EC9FDEAC4}" presName="spacing" presStyleCnt="0"/>
      <dgm:spPr/>
    </dgm:pt>
    <dgm:pt modelId="{94F7FA7A-77FA-4032-833E-F97DD46D5DAC}" type="pres">
      <dgm:prSet presAssocID="{3124D217-6231-4740-9C6B-6FA9FAB1A370}" presName="composite" presStyleCnt="0"/>
      <dgm:spPr/>
    </dgm:pt>
    <dgm:pt modelId="{4CA67E2D-440E-43D1-9B55-36769D4F6322}" type="pres">
      <dgm:prSet presAssocID="{3124D217-6231-4740-9C6B-6FA9FAB1A370}" presName="imgShp" presStyleLbl="fgImgPlace1" presStyleIdx="2" presStyleCnt="7"/>
      <dgm:spPr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</dgm:spPr>
    </dgm:pt>
    <dgm:pt modelId="{4CD20FF2-E173-4857-9021-E381370A16D1}" type="pres">
      <dgm:prSet presAssocID="{3124D217-6231-4740-9C6B-6FA9FAB1A370}" presName="txShp" presStyleLbl="node1" presStyleIdx="2" presStyleCnt="7">
        <dgm:presLayoutVars>
          <dgm:bulletEnabled val="1"/>
        </dgm:presLayoutVars>
      </dgm:prSet>
      <dgm:spPr/>
    </dgm:pt>
    <dgm:pt modelId="{E8BFD0FE-01D7-44F3-8CB2-2A96CBD8AF22}" type="pres">
      <dgm:prSet presAssocID="{E81998C4-7CB6-411D-A117-CC9B21DD3F78}" presName="spacing" presStyleCnt="0"/>
      <dgm:spPr/>
    </dgm:pt>
    <dgm:pt modelId="{9BD00B38-6FC5-4CF6-8127-89CD504D0F94}" type="pres">
      <dgm:prSet presAssocID="{EDE5AFF8-3502-439E-82DD-7D7341409C86}" presName="composite" presStyleCnt="0"/>
      <dgm:spPr/>
    </dgm:pt>
    <dgm:pt modelId="{C405236A-FAB9-4C53-9754-BBFABF46B63B}" type="pres">
      <dgm:prSet presAssocID="{EDE5AFF8-3502-439E-82DD-7D7341409C86}" presName="imgShp" presStyleLbl="fgImgPlace1" presStyleIdx="3" presStyleCnt="7"/>
      <dgm:spPr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</dgm:spPr>
    </dgm:pt>
    <dgm:pt modelId="{4C57A829-F1B7-46A6-A374-9F5F0CC8A075}" type="pres">
      <dgm:prSet presAssocID="{EDE5AFF8-3502-439E-82DD-7D7341409C86}" presName="txShp" presStyleLbl="node1" presStyleIdx="3" presStyleCnt="7">
        <dgm:presLayoutVars>
          <dgm:bulletEnabled val="1"/>
        </dgm:presLayoutVars>
      </dgm:prSet>
      <dgm:spPr/>
    </dgm:pt>
    <dgm:pt modelId="{F2C4180F-0433-4059-A8E3-062DB0EA2255}" type="pres">
      <dgm:prSet presAssocID="{E7992F1E-D52F-49C5-A6A9-773656CF3B1E}" presName="spacing" presStyleCnt="0"/>
      <dgm:spPr/>
    </dgm:pt>
    <dgm:pt modelId="{8EBBC5FA-39C0-4E6A-BE3D-53F407B95D4F}" type="pres">
      <dgm:prSet presAssocID="{C01DB51C-27D4-4B33-AAD2-AD01C4302830}" presName="composite" presStyleCnt="0"/>
      <dgm:spPr/>
    </dgm:pt>
    <dgm:pt modelId="{50CE5E80-1E33-4708-AE72-9D6ABF8F364A}" type="pres">
      <dgm:prSet presAssocID="{C01DB51C-27D4-4B33-AAD2-AD01C4302830}" presName="imgShp" presStyleLbl="fgImgPlace1" presStyleIdx="4" presStyleCnt="7"/>
      <dgm:spPr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</dgm:spPr>
    </dgm:pt>
    <dgm:pt modelId="{501D37C7-2C27-42CD-AF7C-FA8E1CEABD28}" type="pres">
      <dgm:prSet presAssocID="{C01DB51C-27D4-4B33-AAD2-AD01C4302830}" presName="txShp" presStyleLbl="node1" presStyleIdx="4" presStyleCnt="7">
        <dgm:presLayoutVars>
          <dgm:bulletEnabled val="1"/>
        </dgm:presLayoutVars>
      </dgm:prSet>
      <dgm:spPr/>
    </dgm:pt>
    <dgm:pt modelId="{F8F3D83D-30CD-4D4C-AF9C-407331E6DB99}" type="pres">
      <dgm:prSet presAssocID="{4855D2B1-0D4D-4516-A55D-C5FB721D7FB3}" presName="spacing" presStyleCnt="0"/>
      <dgm:spPr/>
    </dgm:pt>
    <dgm:pt modelId="{582FC098-E38A-483D-9089-4BADA7CF455D}" type="pres">
      <dgm:prSet presAssocID="{12902C76-DA5D-41B5-8F35-FD9CAFEADCE7}" presName="composite" presStyleCnt="0"/>
      <dgm:spPr/>
    </dgm:pt>
    <dgm:pt modelId="{1FC6264B-5B66-476E-BD88-30CF08FA7675}" type="pres">
      <dgm:prSet presAssocID="{12902C76-DA5D-41B5-8F35-FD9CAFEADCE7}" presName="imgShp" presStyleLbl="fgImgPlace1" presStyleIdx="5" presStyleCnt="7"/>
      <dgm:spPr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</dgm:spPr>
    </dgm:pt>
    <dgm:pt modelId="{46874854-EDD2-412B-A179-DB6DB693740B}" type="pres">
      <dgm:prSet presAssocID="{12902C76-DA5D-41B5-8F35-FD9CAFEADCE7}" presName="txShp" presStyleLbl="node1" presStyleIdx="5" presStyleCnt="7">
        <dgm:presLayoutVars>
          <dgm:bulletEnabled val="1"/>
        </dgm:presLayoutVars>
      </dgm:prSet>
      <dgm:spPr/>
    </dgm:pt>
    <dgm:pt modelId="{3B030F00-555C-45DB-A3A9-2F9A96907F0A}" type="pres">
      <dgm:prSet presAssocID="{66E86406-466A-4850-B822-2D4B7A273D10}" presName="spacing" presStyleCnt="0"/>
      <dgm:spPr/>
    </dgm:pt>
    <dgm:pt modelId="{5E487312-3A88-43D2-A517-F36DBE009193}" type="pres">
      <dgm:prSet presAssocID="{569D83AD-E039-4687-A1DA-142C1D177F10}" presName="composite" presStyleCnt="0"/>
      <dgm:spPr/>
    </dgm:pt>
    <dgm:pt modelId="{DA30928F-8FEB-49FC-88DD-14A0D73FE78C}" type="pres">
      <dgm:prSet presAssocID="{569D83AD-E039-4687-A1DA-142C1D177F10}" presName="imgShp" presStyleLbl="fgImgPlace1" presStyleIdx="6" presStyleCnt="7"/>
      <dgm:spPr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</dgm:spPr>
    </dgm:pt>
    <dgm:pt modelId="{CA476176-7AD9-44FD-9FCC-A588FD63853A}" type="pres">
      <dgm:prSet presAssocID="{569D83AD-E039-4687-A1DA-142C1D177F10}" presName="txShp" presStyleLbl="node1" presStyleIdx="6" presStyleCnt="7">
        <dgm:presLayoutVars>
          <dgm:bulletEnabled val="1"/>
        </dgm:presLayoutVars>
      </dgm:prSet>
      <dgm:spPr/>
    </dgm:pt>
  </dgm:ptLst>
  <dgm:cxnLst>
    <dgm:cxn modelId="{E6DAFC1E-6E29-4283-890B-6BAC84A26746}" type="presOf" srcId="{F07C49D7-6B0B-4C4D-9FEB-69D264B8EFA3}" destId="{81B120E3-30AA-4770-AACC-43A07F618019}" srcOrd="0" destOrd="0" presId="urn:microsoft.com/office/officeart/2005/8/layout/vList3"/>
    <dgm:cxn modelId="{64962722-C215-4826-BE75-FE94252FED36}" type="presOf" srcId="{0984D719-63CC-4A62-942D-AC118217E617}" destId="{94C2E732-B99E-4664-81B0-96891587A682}" srcOrd="0" destOrd="0" presId="urn:microsoft.com/office/officeart/2005/8/layout/vList3"/>
    <dgm:cxn modelId="{6849F529-3133-4537-9C52-51ADC1B4FD4A}" srcId="{1A20822C-3FA3-4A3E-A0BF-47F51DFCDFEB}" destId="{569D83AD-E039-4687-A1DA-142C1D177F10}" srcOrd="6" destOrd="0" parTransId="{1453828A-8550-43BA-B7B2-D2223A2AEDEA}" sibTransId="{E2B81B29-3B22-4E22-BC17-1F388F56FE8B}"/>
    <dgm:cxn modelId="{44340239-7F4A-4747-A786-B47755218E78}" type="presOf" srcId="{EDE5AFF8-3502-439E-82DD-7D7341409C86}" destId="{4C57A829-F1B7-46A6-A374-9F5F0CC8A075}" srcOrd="0" destOrd="0" presId="urn:microsoft.com/office/officeart/2005/8/layout/vList3"/>
    <dgm:cxn modelId="{C66D1741-7340-4D40-8C9B-E39549BB35DA}" type="presOf" srcId="{12902C76-DA5D-41B5-8F35-FD9CAFEADCE7}" destId="{46874854-EDD2-412B-A179-DB6DB693740B}" srcOrd="0" destOrd="0" presId="urn:microsoft.com/office/officeart/2005/8/layout/vList3"/>
    <dgm:cxn modelId="{1C8EF641-383F-4211-911D-89B6CAFD7202}" type="presOf" srcId="{569D83AD-E039-4687-A1DA-142C1D177F10}" destId="{CA476176-7AD9-44FD-9FCC-A588FD63853A}" srcOrd="0" destOrd="0" presId="urn:microsoft.com/office/officeart/2005/8/layout/vList3"/>
    <dgm:cxn modelId="{294B1745-1F9B-45B8-ABED-A94B0B33D640}" srcId="{1A20822C-3FA3-4A3E-A0BF-47F51DFCDFEB}" destId="{12902C76-DA5D-41B5-8F35-FD9CAFEADCE7}" srcOrd="5" destOrd="0" parTransId="{E1F5504B-0A5A-4A74-8C10-80264DE4DA6E}" sibTransId="{66E86406-466A-4850-B822-2D4B7A273D10}"/>
    <dgm:cxn modelId="{1A7BEE66-250C-497C-8C4B-628513600970}" type="presOf" srcId="{C01DB51C-27D4-4B33-AAD2-AD01C4302830}" destId="{501D37C7-2C27-42CD-AF7C-FA8E1CEABD28}" srcOrd="0" destOrd="0" presId="urn:microsoft.com/office/officeart/2005/8/layout/vList3"/>
    <dgm:cxn modelId="{1CD51FBF-601D-480F-BA0D-F99471C6F3C8}" srcId="{1A20822C-3FA3-4A3E-A0BF-47F51DFCDFEB}" destId="{F07C49D7-6B0B-4C4D-9FEB-69D264B8EFA3}" srcOrd="1" destOrd="0" parTransId="{4F5D0FA4-7568-417C-BC8D-B69F8FF45AB2}" sibTransId="{69B2B677-8156-4A98-B085-A75EC9FDEAC4}"/>
    <dgm:cxn modelId="{09E92CC8-BBCA-4A4A-A987-B78BDF576047}" type="presOf" srcId="{1A20822C-3FA3-4A3E-A0BF-47F51DFCDFEB}" destId="{AE2328E4-F89A-45BB-839E-09708A20461F}" srcOrd="0" destOrd="0" presId="urn:microsoft.com/office/officeart/2005/8/layout/vList3"/>
    <dgm:cxn modelId="{DAA855D5-2077-46A6-9073-DDC392A80715}" srcId="{1A20822C-3FA3-4A3E-A0BF-47F51DFCDFEB}" destId="{C01DB51C-27D4-4B33-AAD2-AD01C4302830}" srcOrd="4" destOrd="0" parTransId="{00175666-CD96-4154-B534-D4CD2839E22F}" sibTransId="{4855D2B1-0D4D-4516-A55D-C5FB721D7FB3}"/>
    <dgm:cxn modelId="{0A7D17DB-EE8B-4EA1-B29B-C7A0F7FF299B}" srcId="{1A20822C-3FA3-4A3E-A0BF-47F51DFCDFEB}" destId="{0984D719-63CC-4A62-942D-AC118217E617}" srcOrd="0" destOrd="0" parTransId="{3E142C47-5F36-448E-9E65-5DDF8316C517}" sibTransId="{1C2F7E74-4AEC-4B30-9EBD-30AC20CBC306}"/>
    <dgm:cxn modelId="{B9FFF0E3-0AC8-411B-A377-078B29AF0AB7}" type="presOf" srcId="{3124D217-6231-4740-9C6B-6FA9FAB1A370}" destId="{4CD20FF2-E173-4857-9021-E381370A16D1}" srcOrd="0" destOrd="0" presId="urn:microsoft.com/office/officeart/2005/8/layout/vList3"/>
    <dgm:cxn modelId="{97AAFDF6-5565-4B3B-8F92-9FF472543990}" srcId="{1A20822C-3FA3-4A3E-A0BF-47F51DFCDFEB}" destId="{3124D217-6231-4740-9C6B-6FA9FAB1A370}" srcOrd="2" destOrd="0" parTransId="{CA8E321C-A93A-41D2-B8F3-6306467F7AF5}" sibTransId="{E81998C4-7CB6-411D-A117-CC9B21DD3F78}"/>
    <dgm:cxn modelId="{83FFF5F9-ECA3-45B6-B489-77339458F93F}" srcId="{1A20822C-3FA3-4A3E-A0BF-47F51DFCDFEB}" destId="{EDE5AFF8-3502-439E-82DD-7D7341409C86}" srcOrd="3" destOrd="0" parTransId="{A37717A8-FE41-4E9A-B92F-5FB13821A0AC}" sibTransId="{E7992F1E-D52F-49C5-A6A9-773656CF3B1E}"/>
    <dgm:cxn modelId="{6A1B8298-9443-41BC-931D-39F6439B795F}" type="presParOf" srcId="{AE2328E4-F89A-45BB-839E-09708A20461F}" destId="{078DBE61-4C34-4F35-9BF9-C5FCCAC7074B}" srcOrd="0" destOrd="0" presId="urn:microsoft.com/office/officeart/2005/8/layout/vList3"/>
    <dgm:cxn modelId="{B41E0AE4-CDC7-44F1-8F0A-C910217F39B6}" type="presParOf" srcId="{078DBE61-4C34-4F35-9BF9-C5FCCAC7074B}" destId="{F8190760-E973-4315-9EBF-CB10CD465F11}" srcOrd="0" destOrd="0" presId="urn:microsoft.com/office/officeart/2005/8/layout/vList3"/>
    <dgm:cxn modelId="{7C737EFD-CA3E-4B4D-A653-66295A51DEAC}" type="presParOf" srcId="{078DBE61-4C34-4F35-9BF9-C5FCCAC7074B}" destId="{94C2E732-B99E-4664-81B0-96891587A682}" srcOrd="1" destOrd="0" presId="urn:microsoft.com/office/officeart/2005/8/layout/vList3"/>
    <dgm:cxn modelId="{C75011E3-5549-4A81-8681-E8AFE435E7AD}" type="presParOf" srcId="{AE2328E4-F89A-45BB-839E-09708A20461F}" destId="{5B910190-4C85-49D5-976E-0F4FFA4FE953}" srcOrd="1" destOrd="0" presId="urn:microsoft.com/office/officeart/2005/8/layout/vList3"/>
    <dgm:cxn modelId="{0621B356-6081-4807-AFE1-8E1ED9F4AF80}" type="presParOf" srcId="{AE2328E4-F89A-45BB-839E-09708A20461F}" destId="{E0918FED-8E7A-4D58-B60B-F9C2FF6E89C2}" srcOrd="2" destOrd="0" presId="urn:microsoft.com/office/officeart/2005/8/layout/vList3"/>
    <dgm:cxn modelId="{A179979A-7421-4F5A-B07D-BC0942263417}" type="presParOf" srcId="{E0918FED-8E7A-4D58-B60B-F9C2FF6E89C2}" destId="{8677057A-5001-4455-9941-F7B7483E9AE4}" srcOrd="0" destOrd="0" presId="urn:microsoft.com/office/officeart/2005/8/layout/vList3"/>
    <dgm:cxn modelId="{8EE5CB78-87A6-45C0-9566-47BFA425F666}" type="presParOf" srcId="{E0918FED-8E7A-4D58-B60B-F9C2FF6E89C2}" destId="{81B120E3-30AA-4770-AACC-43A07F618019}" srcOrd="1" destOrd="0" presId="urn:microsoft.com/office/officeart/2005/8/layout/vList3"/>
    <dgm:cxn modelId="{4163E915-B01A-4954-B20E-A1733775B325}" type="presParOf" srcId="{AE2328E4-F89A-45BB-839E-09708A20461F}" destId="{1B3E45CD-49DF-49C9-8FFF-D76DC040EBA1}" srcOrd="3" destOrd="0" presId="urn:microsoft.com/office/officeart/2005/8/layout/vList3"/>
    <dgm:cxn modelId="{A27F9D2E-41A7-4457-BB22-C99C29D2747C}" type="presParOf" srcId="{AE2328E4-F89A-45BB-839E-09708A20461F}" destId="{94F7FA7A-77FA-4032-833E-F97DD46D5DAC}" srcOrd="4" destOrd="0" presId="urn:microsoft.com/office/officeart/2005/8/layout/vList3"/>
    <dgm:cxn modelId="{ADBFAB6D-D23F-489F-8FED-3A6FE9593B80}" type="presParOf" srcId="{94F7FA7A-77FA-4032-833E-F97DD46D5DAC}" destId="{4CA67E2D-440E-43D1-9B55-36769D4F6322}" srcOrd="0" destOrd="0" presId="urn:microsoft.com/office/officeart/2005/8/layout/vList3"/>
    <dgm:cxn modelId="{43058B48-ABA8-431F-A1BA-6EA7096A86D3}" type="presParOf" srcId="{94F7FA7A-77FA-4032-833E-F97DD46D5DAC}" destId="{4CD20FF2-E173-4857-9021-E381370A16D1}" srcOrd="1" destOrd="0" presId="urn:microsoft.com/office/officeart/2005/8/layout/vList3"/>
    <dgm:cxn modelId="{182D38F6-E47C-4944-9DA3-3BAC713E60C1}" type="presParOf" srcId="{AE2328E4-F89A-45BB-839E-09708A20461F}" destId="{E8BFD0FE-01D7-44F3-8CB2-2A96CBD8AF22}" srcOrd="5" destOrd="0" presId="urn:microsoft.com/office/officeart/2005/8/layout/vList3"/>
    <dgm:cxn modelId="{742B9CC4-0F68-43B4-834A-80D77C4E4D78}" type="presParOf" srcId="{AE2328E4-F89A-45BB-839E-09708A20461F}" destId="{9BD00B38-6FC5-4CF6-8127-89CD504D0F94}" srcOrd="6" destOrd="0" presId="urn:microsoft.com/office/officeart/2005/8/layout/vList3"/>
    <dgm:cxn modelId="{AA19449D-B39D-4550-AB2C-1C88DF40D478}" type="presParOf" srcId="{9BD00B38-6FC5-4CF6-8127-89CD504D0F94}" destId="{C405236A-FAB9-4C53-9754-BBFABF46B63B}" srcOrd="0" destOrd="0" presId="urn:microsoft.com/office/officeart/2005/8/layout/vList3"/>
    <dgm:cxn modelId="{6C7BE2A4-001A-4534-AE4D-D0E55659A3FB}" type="presParOf" srcId="{9BD00B38-6FC5-4CF6-8127-89CD504D0F94}" destId="{4C57A829-F1B7-46A6-A374-9F5F0CC8A075}" srcOrd="1" destOrd="0" presId="urn:microsoft.com/office/officeart/2005/8/layout/vList3"/>
    <dgm:cxn modelId="{2E671C04-C466-4AE5-9F82-34244149C427}" type="presParOf" srcId="{AE2328E4-F89A-45BB-839E-09708A20461F}" destId="{F2C4180F-0433-4059-A8E3-062DB0EA2255}" srcOrd="7" destOrd="0" presId="urn:microsoft.com/office/officeart/2005/8/layout/vList3"/>
    <dgm:cxn modelId="{577E8C66-A4D2-48E8-890A-029983E66651}" type="presParOf" srcId="{AE2328E4-F89A-45BB-839E-09708A20461F}" destId="{8EBBC5FA-39C0-4E6A-BE3D-53F407B95D4F}" srcOrd="8" destOrd="0" presId="urn:microsoft.com/office/officeart/2005/8/layout/vList3"/>
    <dgm:cxn modelId="{42700081-F70C-413E-BCEF-641F5947DC97}" type="presParOf" srcId="{8EBBC5FA-39C0-4E6A-BE3D-53F407B95D4F}" destId="{50CE5E80-1E33-4708-AE72-9D6ABF8F364A}" srcOrd="0" destOrd="0" presId="urn:microsoft.com/office/officeart/2005/8/layout/vList3"/>
    <dgm:cxn modelId="{30703057-1916-4C75-8245-27B5C5BE799B}" type="presParOf" srcId="{8EBBC5FA-39C0-4E6A-BE3D-53F407B95D4F}" destId="{501D37C7-2C27-42CD-AF7C-FA8E1CEABD28}" srcOrd="1" destOrd="0" presId="urn:microsoft.com/office/officeart/2005/8/layout/vList3"/>
    <dgm:cxn modelId="{61F90CE5-7A4E-4862-A356-0877B3A261D9}" type="presParOf" srcId="{AE2328E4-F89A-45BB-839E-09708A20461F}" destId="{F8F3D83D-30CD-4D4C-AF9C-407331E6DB99}" srcOrd="9" destOrd="0" presId="urn:microsoft.com/office/officeart/2005/8/layout/vList3"/>
    <dgm:cxn modelId="{7595635D-6E0D-4035-87A4-15EC28F3A59F}" type="presParOf" srcId="{AE2328E4-F89A-45BB-839E-09708A20461F}" destId="{582FC098-E38A-483D-9089-4BADA7CF455D}" srcOrd="10" destOrd="0" presId="urn:microsoft.com/office/officeart/2005/8/layout/vList3"/>
    <dgm:cxn modelId="{AAFFEBC3-D60C-4420-88C6-46297613D510}" type="presParOf" srcId="{582FC098-E38A-483D-9089-4BADA7CF455D}" destId="{1FC6264B-5B66-476E-BD88-30CF08FA7675}" srcOrd="0" destOrd="0" presId="urn:microsoft.com/office/officeart/2005/8/layout/vList3"/>
    <dgm:cxn modelId="{AE7A58E2-C427-4A34-ADDC-FDCBDAAB2E36}" type="presParOf" srcId="{582FC098-E38A-483D-9089-4BADA7CF455D}" destId="{46874854-EDD2-412B-A179-DB6DB693740B}" srcOrd="1" destOrd="0" presId="urn:microsoft.com/office/officeart/2005/8/layout/vList3"/>
    <dgm:cxn modelId="{60F9D675-F27D-43A7-9245-B78F48337DFF}" type="presParOf" srcId="{AE2328E4-F89A-45BB-839E-09708A20461F}" destId="{3B030F00-555C-45DB-A3A9-2F9A96907F0A}" srcOrd="11" destOrd="0" presId="urn:microsoft.com/office/officeart/2005/8/layout/vList3"/>
    <dgm:cxn modelId="{F1534852-247F-4CB6-A453-1C33D0698382}" type="presParOf" srcId="{AE2328E4-F89A-45BB-839E-09708A20461F}" destId="{5E487312-3A88-43D2-A517-F36DBE009193}" srcOrd="12" destOrd="0" presId="urn:microsoft.com/office/officeart/2005/8/layout/vList3"/>
    <dgm:cxn modelId="{FD99CC3E-C4C5-4D3F-930A-72C68E044864}" type="presParOf" srcId="{5E487312-3A88-43D2-A517-F36DBE009193}" destId="{DA30928F-8FEB-49FC-88DD-14A0D73FE78C}" srcOrd="0" destOrd="0" presId="urn:microsoft.com/office/officeart/2005/8/layout/vList3"/>
    <dgm:cxn modelId="{213D9300-3FC6-4BB8-824D-33F48A814FE9}" type="presParOf" srcId="{5E487312-3A88-43D2-A517-F36DBE009193}" destId="{CA476176-7AD9-44FD-9FCC-A588FD63853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2357E5-5FDC-4EBF-A2B9-0FFAE346B4D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0DE449F-00BD-4F94-9800-3B934443F614}">
      <dgm:prSet/>
      <dgm:spPr/>
      <dgm:t>
        <a:bodyPr/>
        <a:lstStyle/>
        <a:p>
          <a:r>
            <a:rPr lang="en-IN" b="1" dirty="0"/>
            <a:t>OBJECTIVES :</a:t>
          </a:r>
          <a:endParaRPr lang="en-IN" dirty="0"/>
        </a:p>
      </dgm:t>
    </dgm:pt>
    <dgm:pt modelId="{C91B079C-B966-4C53-891E-6CC584C56C50}" type="parTrans" cxnId="{E0E77B03-CC1C-405D-93B3-8F12AE82DA92}">
      <dgm:prSet/>
      <dgm:spPr/>
      <dgm:t>
        <a:bodyPr/>
        <a:lstStyle/>
        <a:p>
          <a:endParaRPr lang="en-IN"/>
        </a:p>
      </dgm:t>
    </dgm:pt>
    <dgm:pt modelId="{B7D97E0D-91B6-4C5E-A808-CA02BFE97FF2}" type="sibTrans" cxnId="{E0E77B03-CC1C-405D-93B3-8F12AE82DA92}">
      <dgm:prSet/>
      <dgm:spPr/>
      <dgm:t>
        <a:bodyPr/>
        <a:lstStyle/>
        <a:p>
          <a:endParaRPr lang="en-IN"/>
        </a:p>
      </dgm:t>
    </dgm:pt>
    <dgm:pt modelId="{01CB56BD-6C2E-4A99-BBC8-8F3E06FCF20A}" type="pres">
      <dgm:prSet presAssocID="{BD2357E5-5FDC-4EBF-A2B9-0FFAE346B4D6}" presName="linearFlow" presStyleCnt="0">
        <dgm:presLayoutVars>
          <dgm:dir/>
          <dgm:resizeHandles val="exact"/>
        </dgm:presLayoutVars>
      </dgm:prSet>
      <dgm:spPr/>
    </dgm:pt>
    <dgm:pt modelId="{8872404C-81A6-4058-B87F-C1CCF4CBDEDF}" type="pres">
      <dgm:prSet presAssocID="{80DE449F-00BD-4F94-9800-3B934443F614}" presName="composite" presStyleCnt="0"/>
      <dgm:spPr/>
    </dgm:pt>
    <dgm:pt modelId="{64A10AB8-A874-463E-9BB3-7C6250A76BDE}" type="pres">
      <dgm:prSet presAssocID="{80DE449F-00BD-4F94-9800-3B934443F614}" presName="imgShp" presStyleLbl="fgImgPlace1" presStyleIdx="0" presStyleCnt="1"/>
      <dgm:spPr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</dgm:spPr>
    </dgm:pt>
    <dgm:pt modelId="{968C6C8C-FB63-4D68-B5E1-1847B2ED8CA7}" type="pres">
      <dgm:prSet presAssocID="{80DE449F-00BD-4F94-9800-3B934443F614}" presName="txShp" presStyleLbl="node1" presStyleIdx="0" presStyleCnt="1">
        <dgm:presLayoutVars>
          <dgm:bulletEnabled val="1"/>
        </dgm:presLayoutVars>
      </dgm:prSet>
      <dgm:spPr/>
    </dgm:pt>
  </dgm:ptLst>
  <dgm:cxnLst>
    <dgm:cxn modelId="{E0E77B03-CC1C-405D-93B3-8F12AE82DA92}" srcId="{BD2357E5-5FDC-4EBF-A2B9-0FFAE346B4D6}" destId="{80DE449F-00BD-4F94-9800-3B934443F614}" srcOrd="0" destOrd="0" parTransId="{C91B079C-B966-4C53-891E-6CC584C56C50}" sibTransId="{B7D97E0D-91B6-4C5E-A808-CA02BFE97FF2}"/>
    <dgm:cxn modelId="{11229F21-835B-4452-872A-1F5BC598D079}" type="presOf" srcId="{BD2357E5-5FDC-4EBF-A2B9-0FFAE346B4D6}" destId="{01CB56BD-6C2E-4A99-BBC8-8F3E06FCF20A}" srcOrd="0" destOrd="0" presId="urn:microsoft.com/office/officeart/2005/8/layout/vList3"/>
    <dgm:cxn modelId="{9AC84261-1825-4846-B5AE-7AA1D9BC2A28}" type="presOf" srcId="{80DE449F-00BD-4F94-9800-3B934443F614}" destId="{968C6C8C-FB63-4D68-B5E1-1847B2ED8CA7}" srcOrd="0" destOrd="0" presId="urn:microsoft.com/office/officeart/2005/8/layout/vList3"/>
    <dgm:cxn modelId="{FC33CF58-EB1C-441C-91B5-9F4B0BD954DF}" type="presParOf" srcId="{01CB56BD-6C2E-4A99-BBC8-8F3E06FCF20A}" destId="{8872404C-81A6-4058-B87F-C1CCF4CBDEDF}" srcOrd="0" destOrd="0" presId="urn:microsoft.com/office/officeart/2005/8/layout/vList3"/>
    <dgm:cxn modelId="{57D6B9B0-7965-45FE-B529-B957CE163079}" type="presParOf" srcId="{8872404C-81A6-4058-B87F-C1CCF4CBDEDF}" destId="{64A10AB8-A874-463E-9BB3-7C6250A76BDE}" srcOrd="0" destOrd="0" presId="urn:microsoft.com/office/officeart/2005/8/layout/vList3"/>
    <dgm:cxn modelId="{63C95538-5F49-42EC-A915-A72FBF575045}" type="presParOf" srcId="{8872404C-81A6-4058-B87F-C1CCF4CBDEDF}" destId="{968C6C8C-FB63-4D68-B5E1-1847B2ED8CA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0BB74D-A26A-49F2-8406-8A732E3331E8}" type="doc">
      <dgm:prSet loTypeId="urn:microsoft.com/office/officeart/2005/8/layout/architecture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ED693A6-3B8D-4861-A3E4-9443DC176014}">
      <dgm:prSet/>
      <dgm:spPr/>
      <dgm:t>
        <a:bodyPr/>
        <a:lstStyle/>
        <a:p>
          <a:r>
            <a:rPr lang="en-US" dirty="0"/>
            <a:t>  To automate all library operations and reduce manual work</a:t>
          </a:r>
          <a:endParaRPr lang="en-IN" dirty="0"/>
        </a:p>
      </dgm:t>
    </dgm:pt>
    <dgm:pt modelId="{CA054CBC-FCEB-40D2-A61E-43E223CEE06E}" type="parTrans" cxnId="{EEE1E04F-63B1-4248-9A16-1C1F2F7F1E05}">
      <dgm:prSet/>
      <dgm:spPr/>
      <dgm:t>
        <a:bodyPr/>
        <a:lstStyle/>
        <a:p>
          <a:endParaRPr lang="en-IN"/>
        </a:p>
      </dgm:t>
    </dgm:pt>
    <dgm:pt modelId="{5237FD01-7AEC-4EED-BAB6-861CBD8629A2}" type="sibTrans" cxnId="{EEE1E04F-63B1-4248-9A16-1C1F2F7F1E05}">
      <dgm:prSet/>
      <dgm:spPr/>
      <dgm:t>
        <a:bodyPr/>
        <a:lstStyle/>
        <a:p>
          <a:endParaRPr lang="en-IN"/>
        </a:p>
      </dgm:t>
    </dgm:pt>
    <dgm:pt modelId="{79898EDA-AB72-4384-8CFB-55D315657A36}">
      <dgm:prSet/>
      <dgm:spPr/>
      <dgm:t>
        <a:bodyPr/>
        <a:lstStyle/>
        <a:p>
          <a:r>
            <a:rPr lang="en-US" dirty="0"/>
            <a:t>   To maintain accurate records of books and members</a:t>
          </a:r>
          <a:endParaRPr lang="en-IN" dirty="0"/>
        </a:p>
      </dgm:t>
    </dgm:pt>
    <dgm:pt modelId="{D112EA22-DEC3-4AE3-8605-BCB41DBC708C}" type="parTrans" cxnId="{021D3A62-98ED-4885-A2B5-0A1CA17C2D68}">
      <dgm:prSet/>
      <dgm:spPr/>
      <dgm:t>
        <a:bodyPr/>
        <a:lstStyle/>
        <a:p>
          <a:endParaRPr lang="en-IN"/>
        </a:p>
      </dgm:t>
    </dgm:pt>
    <dgm:pt modelId="{AADECC7E-17E5-43B6-8822-4B66B30642AA}" type="sibTrans" cxnId="{021D3A62-98ED-4885-A2B5-0A1CA17C2D68}">
      <dgm:prSet/>
      <dgm:spPr/>
      <dgm:t>
        <a:bodyPr/>
        <a:lstStyle/>
        <a:p>
          <a:endParaRPr lang="en-IN"/>
        </a:p>
      </dgm:t>
    </dgm:pt>
    <dgm:pt modelId="{9382FFA4-2FB3-4720-AA47-06C6EED5F2CA}">
      <dgm:prSet/>
      <dgm:spPr/>
      <dgm:t>
        <a:bodyPr/>
        <a:lstStyle/>
        <a:p>
          <a:r>
            <a:rPr lang="en-US" dirty="0"/>
            <a:t> To simplify the process of issuing and returning books</a:t>
          </a:r>
          <a:endParaRPr lang="en-IN" dirty="0"/>
        </a:p>
      </dgm:t>
    </dgm:pt>
    <dgm:pt modelId="{25CE2B7E-61AB-4DF6-BDA5-D410FCD91211}" type="parTrans" cxnId="{049DE3A0-FDCD-4529-B06C-A52C74F3D350}">
      <dgm:prSet/>
      <dgm:spPr/>
      <dgm:t>
        <a:bodyPr/>
        <a:lstStyle/>
        <a:p>
          <a:endParaRPr lang="en-IN"/>
        </a:p>
      </dgm:t>
    </dgm:pt>
    <dgm:pt modelId="{0A80ED1A-CD2D-4E9E-9459-31AF3AAEDF28}" type="sibTrans" cxnId="{049DE3A0-FDCD-4529-B06C-A52C74F3D350}">
      <dgm:prSet/>
      <dgm:spPr/>
      <dgm:t>
        <a:bodyPr/>
        <a:lstStyle/>
        <a:p>
          <a:endParaRPr lang="en-IN"/>
        </a:p>
      </dgm:t>
    </dgm:pt>
    <dgm:pt modelId="{94A005E9-4955-48A6-B55D-E94CE773C812}">
      <dgm:prSet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/>
            <a:t>     To provide quick and easy access to book information</a:t>
          </a:r>
          <a:endParaRPr lang="en-IN" dirty="0"/>
        </a:p>
      </dgm:t>
    </dgm:pt>
    <dgm:pt modelId="{F1427FB2-976C-4EA4-B84A-8CC4EB2D4DE6}" type="parTrans" cxnId="{FF4EAEC1-09E7-40F6-96DB-1454F7CF5CB9}">
      <dgm:prSet/>
      <dgm:spPr/>
      <dgm:t>
        <a:bodyPr/>
        <a:lstStyle/>
        <a:p>
          <a:endParaRPr lang="en-IN"/>
        </a:p>
      </dgm:t>
    </dgm:pt>
    <dgm:pt modelId="{8926BC92-97B2-4B48-A599-3DE1783B7271}" type="sibTrans" cxnId="{FF4EAEC1-09E7-40F6-96DB-1454F7CF5CB9}">
      <dgm:prSet/>
      <dgm:spPr/>
      <dgm:t>
        <a:bodyPr/>
        <a:lstStyle/>
        <a:p>
          <a:endParaRPr lang="en-IN"/>
        </a:p>
      </dgm:t>
    </dgm:pt>
    <dgm:pt modelId="{5DC4F69B-94BF-4453-894B-058E338E3531}">
      <dgm:prSet/>
      <dgm:spPr/>
      <dgm:t>
        <a:bodyPr/>
        <a:lstStyle/>
        <a:p>
          <a:r>
            <a:rPr lang="en-US" dirty="0"/>
            <a:t>     To track availability of books in real-time</a:t>
          </a:r>
          <a:endParaRPr lang="en-IN" dirty="0"/>
        </a:p>
      </dgm:t>
    </dgm:pt>
    <dgm:pt modelId="{029F875D-A26E-497D-B247-C615FDD2567F}" type="parTrans" cxnId="{1D2CA584-F06E-424F-969A-17A0437035AE}">
      <dgm:prSet/>
      <dgm:spPr/>
      <dgm:t>
        <a:bodyPr/>
        <a:lstStyle/>
        <a:p>
          <a:endParaRPr lang="en-IN"/>
        </a:p>
      </dgm:t>
    </dgm:pt>
    <dgm:pt modelId="{90CB9D1E-1ADC-49D2-81CF-2F24F3E975E5}" type="sibTrans" cxnId="{1D2CA584-F06E-424F-969A-17A0437035AE}">
      <dgm:prSet/>
      <dgm:spPr/>
      <dgm:t>
        <a:bodyPr/>
        <a:lstStyle/>
        <a:p>
          <a:endParaRPr lang="en-IN"/>
        </a:p>
      </dgm:t>
    </dgm:pt>
    <dgm:pt modelId="{B1305BD5-250A-423B-ABED-B1B99B590C6F}">
      <dgm:prSet/>
      <dgm:spPr/>
      <dgm:t>
        <a:bodyPr/>
        <a:lstStyle/>
        <a:p>
          <a:r>
            <a:rPr lang="en-US" dirty="0"/>
            <a:t>   To reduce errors and improve data accuracy</a:t>
          </a:r>
          <a:endParaRPr lang="en-IN" dirty="0"/>
        </a:p>
      </dgm:t>
    </dgm:pt>
    <dgm:pt modelId="{1000E036-7F7A-4666-BC3E-8733A484B4D2}" type="parTrans" cxnId="{6A7423BA-4579-495F-809A-CE77479F3178}">
      <dgm:prSet/>
      <dgm:spPr/>
      <dgm:t>
        <a:bodyPr/>
        <a:lstStyle/>
        <a:p>
          <a:endParaRPr lang="en-IN"/>
        </a:p>
      </dgm:t>
    </dgm:pt>
    <dgm:pt modelId="{389CFDD4-1B1A-476E-AFF9-4500BD4CCD3C}" type="sibTrans" cxnId="{6A7423BA-4579-495F-809A-CE77479F3178}">
      <dgm:prSet/>
      <dgm:spPr/>
      <dgm:t>
        <a:bodyPr/>
        <a:lstStyle/>
        <a:p>
          <a:endParaRPr lang="en-IN"/>
        </a:p>
      </dgm:t>
    </dgm:pt>
    <dgm:pt modelId="{7E3A293D-09E0-41B9-B6E2-FE4EEE3860A4}">
      <dgm:prSet/>
      <dgm:spPr/>
      <dgm:t>
        <a:bodyPr/>
        <a:lstStyle/>
        <a:p>
          <a:r>
            <a:rPr lang="en-US" dirty="0"/>
            <a:t>  To generate reports for better management and analysis</a:t>
          </a:r>
          <a:endParaRPr lang="en-IN" dirty="0"/>
        </a:p>
      </dgm:t>
    </dgm:pt>
    <dgm:pt modelId="{AE6ADC61-12D1-4E9C-A63C-44C33425F358}" type="parTrans" cxnId="{5C129269-F2A2-4626-B22E-2A54467ECA54}">
      <dgm:prSet/>
      <dgm:spPr/>
      <dgm:t>
        <a:bodyPr/>
        <a:lstStyle/>
        <a:p>
          <a:endParaRPr lang="en-IN"/>
        </a:p>
      </dgm:t>
    </dgm:pt>
    <dgm:pt modelId="{EABA0BB5-663B-4FB5-AD36-34AFD8683229}" type="sibTrans" cxnId="{5C129269-F2A2-4626-B22E-2A54467ECA54}">
      <dgm:prSet/>
      <dgm:spPr/>
      <dgm:t>
        <a:bodyPr/>
        <a:lstStyle/>
        <a:p>
          <a:endParaRPr lang="en-IN"/>
        </a:p>
      </dgm:t>
    </dgm:pt>
    <dgm:pt modelId="{90987119-C023-4F7B-8170-9C49D21A409A}" type="pres">
      <dgm:prSet presAssocID="{EA0BB74D-A26A-49F2-8406-8A732E3331E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8288973-A659-45C2-A501-ED2F7C3716D7}" type="pres">
      <dgm:prSet presAssocID="{6ED693A6-3B8D-4861-A3E4-9443DC176014}" presName="vertOne" presStyleCnt="0"/>
      <dgm:spPr/>
    </dgm:pt>
    <dgm:pt modelId="{2FF31493-5769-4FFA-9B73-933E4D4B2388}" type="pres">
      <dgm:prSet presAssocID="{6ED693A6-3B8D-4861-A3E4-9443DC176014}" presName="txOne" presStyleLbl="node0" presStyleIdx="0" presStyleCnt="1" custLinFactNeighborX="204" custLinFactNeighborY="63114">
        <dgm:presLayoutVars>
          <dgm:chPref val="3"/>
        </dgm:presLayoutVars>
      </dgm:prSet>
      <dgm:spPr/>
    </dgm:pt>
    <dgm:pt modelId="{E2481F58-BC09-4714-AC70-6C7C08E5B64C}" type="pres">
      <dgm:prSet presAssocID="{6ED693A6-3B8D-4861-A3E4-9443DC176014}" presName="parTransOne" presStyleCnt="0"/>
      <dgm:spPr/>
    </dgm:pt>
    <dgm:pt modelId="{BA8ADBB3-2164-47CE-A327-93D96BC00889}" type="pres">
      <dgm:prSet presAssocID="{6ED693A6-3B8D-4861-A3E4-9443DC176014}" presName="horzOne" presStyleCnt="0"/>
      <dgm:spPr/>
    </dgm:pt>
    <dgm:pt modelId="{00B15A65-CE7C-48AB-A4E6-C327AE94EC41}" type="pres">
      <dgm:prSet presAssocID="{79898EDA-AB72-4384-8CFB-55D315657A36}" presName="vertTwo" presStyleCnt="0"/>
      <dgm:spPr/>
    </dgm:pt>
    <dgm:pt modelId="{9088E275-3BFD-4585-B3CC-DACC95836668}" type="pres">
      <dgm:prSet presAssocID="{79898EDA-AB72-4384-8CFB-55D315657A36}" presName="txTwo" presStyleLbl="node2" presStyleIdx="0" presStyleCnt="6">
        <dgm:presLayoutVars>
          <dgm:chPref val="3"/>
        </dgm:presLayoutVars>
      </dgm:prSet>
      <dgm:spPr/>
    </dgm:pt>
    <dgm:pt modelId="{C4F426B6-3829-4BDA-887A-F140AB4CC8A6}" type="pres">
      <dgm:prSet presAssocID="{79898EDA-AB72-4384-8CFB-55D315657A36}" presName="horzTwo" presStyleCnt="0"/>
      <dgm:spPr/>
    </dgm:pt>
    <dgm:pt modelId="{7CEB1AB7-730E-476A-84A2-BA2D04505D94}" type="pres">
      <dgm:prSet presAssocID="{AADECC7E-17E5-43B6-8822-4B66B30642AA}" presName="sibSpaceTwo" presStyleCnt="0"/>
      <dgm:spPr/>
    </dgm:pt>
    <dgm:pt modelId="{9539C754-FDA9-4B01-BAA2-6457842195F9}" type="pres">
      <dgm:prSet presAssocID="{9382FFA4-2FB3-4720-AA47-06C6EED5F2CA}" presName="vertTwo" presStyleCnt="0"/>
      <dgm:spPr/>
    </dgm:pt>
    <dgm:pt modelId="{D566393D-4C76-433E-A0E1-BC5A2C2F5DDB}" type="pres">
      <dgm:prSet presAssocID="{9382FFA4-2FB3-4720-AA47-06C6EED5F2CA}" presName="txTwo" presStyleLbl="node2" presStyleIdx="1" presStyleCnt="6">
        <dgm:presLayoutVars>
          <dgm:chPref val="3"/>
        </dgm:presLayoutVars>
      </dgm:prSet>
      <dgm:spPr/>
    </dgm:pt>
    <dgm:pt modelId="{FAA80B91-3F97-4136-8525-DC2791456D40}" type="pres">
      <dgm:prSet presAssocID="{9382FFA4-2FB3-4720-AA47-06C6EED5F2CA}" presName="horzTwo" presStyleCnt="0"/>
      <dgm:spPr/>
    </dgm:pt>
    <dgm:pt modelId="{3E2BEB7E-FA02-4AB1-830D-89E2AFCF4668}" type="pres">
      <dgm:prSet presAssocID="{0A80ED1A-CD2D-4E9E-9459-31AF3AAEDF28}" presName="sibSpaceTwo" presStyleCnt="0"/>
      <dgm:spPr/>
    </dgm:pt>
    <dgm:pt modelId="{006E518C-2E42-4BF2-952E-7E5F7DBF7D74}" type="pres">
      <dgm:prSet presAssocID="{94A005E9-4955-48A6-B55D-E94CE773C812}" presName="vertTwo" presStyleCnt="0"/>
      <dgm:spPr/>
    </dgm:pt>
    <dgm:pt modelId="{0181D215-C041-40E6-8742-F7EE7DBBD0DC}" type="pres">
      <dgm:prSet presAssocID="{94A005E9-4955-48A6-B55D-E94CE773C812}" presName="txTwo" presStyleLbl="node2" presStyleIdx="2" presStyleCnt="6">
        <dgm:presLayoutVars>
          <dgm:chPref val="3"/>
        </dgm:presLayoutVars>
      </dgm:prSet>
      <dgm:spPr/>
    </dgm:pt>
    <dgm:pt modelId="{D10F0661-8ACA-499C-BB4A-2CB2FF381274}" type="pres">
      <dgm:prSet presAssocID="{94A005E9-4955-48A6-B55D-E94CE773C812}" presName="horzTwo" presStyleCnt="0"/>
      <dgm:spPr/>
    </dgm:pt>
    <dgm:pt modelId="{358563E1-B8FE-40B1-89F6-0D4B7EA64223}" type="pres">
      <dgm:prSet presAssocID="{8926BC92-97B2-4B48-A599-3DE1783B7271}" presName="sibSpaceTwo" presStyleCnt="0"/>
      <dgm:spPr/>
    </dgm:pt>
    <dgm:pt modelId="{D2841F33-2F88-48C5-8614-C87CB44BF46D}" type="pres">
      <dgm:prSet presAssocID="{5DC4F69B-94BF-4453-894B-058E338E3531}" presName="vertTwo" presStyleCnt="0"/>
      <dgm:spPr/>
    </dgm:pt>
    <dgm:pt modelId="{AC6659D7-2852-4FDD-BC76-C39E9FC28C10}" type="pres">
      <dgm:prSet presAssocID="{5DC4F69B-94BF-4453-894B-058E338E3531}" presName="txTwo" presStyleLbl="node2" presStyleIdx="3" presStyleCnt="6">
        <dgm:presLayoutVars>
          <dgm:chPref val="3"/>
        </dgm:presLayoutVars>
      </dgm:prSet>
      <dgm:spPr/>
    </dgm:pt>
    <dgm:pt modelId="{F84C6BFE-80CF-44AE-B6EA-B47042DF3F1F}" type="pres">
      <dgm:prSet presAssocID="{5DC4F69B-94BF-4453-894B-058E338E3531}" presName="horzTwo" presStyleCnt="0"/>
      <dgm:spPr/>
    </dgm:pt>
    <dgm:pt modelId="{6284C7BA-EFAF-4396-9931-009E3CF3F3D4}" type="pres">
      <dgm:prSet presAssocID="{90CB9D1E-1ADC-49D2-81CF-2F24F3E975E5}" presName="sibSpaceTwo" presStyleCnt="0"/>
      <dgm:spPr/>
    </dgm:pt>
    <dgm:pt modelId="{8F5A0CAA-2F4D-41FF-BAD4-09BD1AD0C740}" type="pres">
      <dgm:prSet presAssocID="{B1305BD5-250A-423B-ABED-B1B99B590C6F}" presName="vertTwo" presStyleCnt="0"/>
      <dgm:spPr/>
    </dgm:pt>
    <dgm:pt modelId="{CD707A9D-EE4F-4931-BF03-660B5097A96F}" type="pres">
      <dgm:prSet presAssocID="{B1305BD5-250A-423B-ABED-B1B99B590C6F}" presName="txTwo" presStyleLbl="node2" presStyleIdx="4" presStyleCnt="6">
        <dgm:presLayoutVars>
          <dgm:chPref val="3"/>
        </dgm:presLayoutVars>
      </dgm:prSet>
      <dgm:spPr/>
    </dgm:pt>
    <dgm:pt modelId="{B1C1156A-32EF-413E-A759-A056358A4132}" type="pres">
      <dgm:prSet presAssocID="{B1305BD5-250A-423B-ABED-B1B99B590C6F}" presName="horzTwo" presStyleCnt="0"/>
      <dgm:spPr/>
    </dgm:pt>
    <dgm:pt modelId="{D0C275EA-3D87-41C5-BD57-C048D8A305BA}" type="pres">
      <dgm:prSet presAssocID="{389CFDD4-1B1A-476E-AFF9-4500BD4CCD3C}" presName="sibSpaceTwo" presStyleCnt="0"/>
      <dgm:spPr/>
    </dgm:pt>
    <dgm:pt modelId="{65456172-8462-4F88-BF4C-3D814F89C9D1}" type="pres">
      <dgm:prSet presAssocID="{7E3A293D-09E0-41B9-B6E2-FE4EEE3860A4}" presName="vertTwo" presStyleCnt="0"/>
      <dgm:spPr/>
    </dgm:pt>
    <dgm:pt modelId="{C410496B-C508-4197-A884-DA7D1B266473}" type="pres">
      <dgm:prSet presAssocID="{7E3A293D-09E0-41B9-B6E2-FE4EEE3860A4}" presName="txTwo" presStyleLbl="node2" presStyleIdx="5" presStyleCnt="6">
        <dgm:presLayoutVars>
          <dgm:chPref val="3"/>
        </dgm:presLayoutVars>
      </dgm:prSet>
      <dgm:spPr/>
    </dgm:pt>
    <dgm:pt modelId="{9EFAEF79-8007-4A2E-884B-83D7232E0525}" type="pres">
      <dgm:prSet presAssocID="{7E3A293D-09E0-41B9-B6E2-FE4EEE3860A4}" presName="horzTwo" presStyleCnt="0"/>
      <dgm:spPr/>
    </dgm:pt>
  </dgm:ptLst>
  <dgm:cxnLst>
    <dgm:cxn modelId="{DBA05E2D-1C7E-4629-B47A-7445784E1219}" type="presOf" srcId="{B1305BD5-250A-423B-ABED-B1B99B590C6F}" destId="{CD707A9D-EE4F-4931-BF03-660B5097A96F}" srcOrd="0" destOrd="0" presId="urn:microsoft.com/office/officeart/2005/8/layout/architecture"/>
    <dgm:cxn modelId="{4DE9E131-CE2D-4217-BB8A-76D9F3418A80}" type="presOf" srcId="{94A005E9-4955-48A6-B55D-E94CE773C812}" destId="{0181D215-C041-40E6-8742-F7EE7DBBD0DC}" srcOrd="0" destOrd="0" presId="urn:microsoft.com/office/officeart/2005/8/layout/architecture"/>
    <dgm:cxn modelId="{C85A8639-8EC9-41EB-B467-6195E7384A55}" type="presOf" srcId="{6ED693A6-3B8D-4861-A3E4-9443DC176014}" destId="{2FF31493-5769-4FFA-9B73-933E4D4B2388}" srcOrd="0" destOrd="0" presId="urn:microsoft.com/office/officeart/2005/8/layout/architecture"/>
    <dgm:cxn modelId="{2D00445F-6851-46EC-9936-3C29A943852F}" type="presOf" srcId="{79898EDA-AB72-4384-8CFB-55D315657A36}" destId="{9088E275-3BFD-4585-B3CC-DACC95836668}" srcOrd="0" destOrd="0" presId="urn:microsoft.com/office/officeart/2005/8/layout/architecture"/>
    <dgm:cxn modelId="{021D3A62-98ED-4885-A2B5-0A1CA17C2D68}" srcId="{6ED693A6-3B8D-4861-A3E4-9443DC176014}" destId="{79898EDA-AB72-4384-8CFB-55D315657A36}" srcOrd="0" destOrd="0" parTransId="{D112EA22-DEC3-4AE3-8605-BCB41DBC708C}" sibTransId="{AADECC7E-17E5-43B6-8822-4B66B30642AA}"/>
    <dgm:cxn modelId="{12415C63-4C5D-4652-A2B0-BB52CBA45D30}" type="presOf" srcId="{EA0BB74D-A26A-49F2-8406-8A732E3331E8}" destId="{90987119-C023-4F7B-8170-9C49D21A409A}" srcOrd="0" destOrd="0" presId="urn:microsoft.com/office/officeart/2005/8/layout/architecture"/>
    <dgm:cxn modelId="{5C129269-F2A2-4626-B22E-2A54467ECA54}" srcId="{6ED693A6-3B8D-4861-A3E4-9443DC176014}" destId="{7E3A293D-09E0-41B9-B6E2-FE4EEE3860A4}" srcOrd="5" destOrd="0" parTransId="{AE6ADC61-12D1-4E9C-A63C-44C33425F358}" sibTransId="{EABA0BB5-663B-4FB5-AD36-34AFD8683229}"/>
    <dgm:cxn modelId="{EEE1E04F-63B1-4248-9A16-1C1F2F7F1E05}" srcId="{EA0BB74D-A26A-49F2-8406-8A732E3331E8}" destId="{6ED693A6-3B8D-4861-A3E4-9443DC176014}" srcOrd="0" destOrd="0" parTransId="{CA054CBC-FCEB-40D2-A61E-43E223CEE06E}" sibTransId="{5237FD01-7AEC-4EED-BAB6-861CBD8629A2}"/>
    <dgm:cxn modelId="{AB00CB79-6CF4-4291-9CB3-3CCEB428607B}" type="presOf" srcId="{7E3A293D-09E0-41B9-B6E2-FE4EEE3860A4}" destId="{C410496B-C508-4197-A884-DA7D1B266473}" srcOrd="0" destOrd="0" presId="urn:microsoft.com/office/officeart/2005/8/layout/architecture"/>
    <dgm:cxn modelId="{1D2CA584-F06E-424F-969A-17A0437035AE}" srcId="{6ED693A6-3B8D-4861-A3E4-9443DC176014}" destId="{5DC4F69B-94BF-4453-894B-058E338E3531}" srcOrd="3" destOrd="0" parTransId="{029F875D-A26E-497D-B247-C615FDD2567F}" sibTransId="{90CB9D1E-1ADC-49D2-81CF-2F24F3E975E5}"/>
    <dgm:cxn modelId="{049DE3A0-FDCD-4529-B06C-A52C74F3D350}" srcId="{6ED693A6-3B8D-4861-A3E4-9443DC176014}" destId="{9382FFA4-2FB3-4720-AA47-06C6EED5F2CA}" srcOrd="1" destOrd="0" parTransId="{25CE2B7E-61AB-4DF6-BDA5-D410FCD91211}" sibTransId="{0A80ED1A-CD2D-4E9E-9459-31AF3AAEDF28}"/>
    <dgm:cxn modelId="{6A7423BA-4579-495F-809A-CE77479F3178}" srcId="{6ED693A6-3B8D-4861-A3E4-9443DC176014}" destId="{B1305BD5-250A-423B-ABED-B1B99B590C6F}" srcOrd="4" destOrd="0" parTransId="{1000E036-7F7A-4666-BC3E-8733A484B4D2}" sibTransId="{389CFDD4-1B1A-476E-AFF9-4500BD4CCD3C}"/>
    <dgm:cxn modelId="{FF4EAEC1-09E7-40F6-96DB-1454F7CF5CB9}" srcId="{6ED693A6-3B8D-4861-A3E4-9443DC176014}" destId="{94A005E9-4955-48A6-B55D-E94CE773C812}" srcOrd="2" destOrd="0" parTransId="{F1427FB2-976C-4EA4-B84A-8CC4EB2D4DE6}" sibTransId="{8926BC92-97B2-4B48-A599-3DE1783B7271}"/>
    <dgm:cxn modelId="{8A05A4C3-FD9E-42AA-87E9-3DE6EE442C29}" type="presOf" srcId="{5DC4F69B-94BF-4453-894B-058E338E3531}" destId="{AC6659D7-2852-4FDD-BC76-C39E9FC28C10}" srcOrd="0" destOrd="0" presId="urn:microsoft.com/office/officeart/2005/8/layout/architecture"/>
    <dgm:cxn modelId="{D1DC0DCE-3CB9-476B-998C-3C30A7A79826}" type="presOf" srcId="{9382FFA4-2FB3-4720-AA47-06C6EED5F2CA}" destId="{D566393D-4C76-433E-A0E1-BC5A2C2F5DDB}" srcOrd="0" destOrd="0" presId="urn:microsoft.com/office/officeart/2005/8/layout/architecture"/>
    <dgm:cxn modelId="{5DBB520A-0A1E-4A6E-891F-C17625058B7D}" type="presParOf" srcId="{90987119-C023-4F7B-8170-9C49D21A409A}" destId="{78288973-A659-45C2-A501-ED2F7C3716D7}" srcOrd="0" destOrd="0" presId="urn:microsoft.com/office/officeart/2005/8/layout/architecture"/>
    <dgm:cxn modelId="{CF2E5FFC-D396-417B-B64C-B04E54E51308}" type="presParOf" srcId="{78288973-A659-45C2-A501-ED2F7C3716D7}" destId="{2FF31493-5769-4FFA-9B73-933E4D4B2388}" srcOrd="0" destOrd="0" presId="urn:microsoft.com/office/officeart/2005/8/layout/architecture"/>
    <dgm:cxn modelId="{8AD9F413-7307-4A9A-B649-3CD834E206FE}" type="presParOf" srcId="{78288973-A659-45C2-A501-ED2F7C3716D7}" destId="{E2481F58-BC09-4714-AC70-6C7C08E5B64C}" srcOrd="1" destOrd="0" presId="urn:microsoft.com/office/officeart/2005/8/layout/architecture"/>
    <dgm:cxn modelId="{52D8BE71-1BFD-410D-9439-C883D5048F8A}" type="presParOf" srcId="{78288973-A659-45C2-A501-ED2F7C3716D7}" destId="{BA8ADBB3-2164-47CE-A327-93D96BC00889}" srcOrd="2" destOrd="0" presId="urn:microsoft.com/office/officeart/2005/8/layout/architecture"/>
    <dgm:cxn modelId="{A727C895-5505-40D1-8675-3E54A9621212}" type="presParOf" srcId="{BA8ADBB3-2164-47CE-A327-93D96BC00889}" destId="{00B15A65-CE7C-48AB-A4E6-C327AE94EC41}" srcOrd="0" destOrd="0" presId="urn:microsoft.com/office/officeart/2005/8/layout/architecture"/>
    <dgm:cxn modelId="{BAD9640A-595D-4261-AA33-2DDF2870D226}" type="presParOf" srcId="{00B15A65-CE7C-48AB-A4E6-C327AE94EC41}" destId="{9088E275-3BFD-4585-B3CC-DACC95836668}" srcOrd="0" destOrd="0" presId="urn:microsoft.com/office/officeart/2005/8/layout/architecture"/>
    <dgm:cxn modelId="{4E643801-7005-480A-B3A2-520F074CEEC3}" type="presParOf" srcId="{00B15A65-CE7C-48AB-A4E6-C327AE94EC41}" destId="{C4F426B6-3829-4BDA-887A-F140AB4CC8A6}" srcOrd="1" destOrd="0" presId="urn:microsoft.com/office/officeart/2005/8/layout/architecture"/>
    <dgm:cxn modelId="{5C276C92-D03F-4793-8EAE-532BD768D332}" type="presParOf" srcId="{BA8ADBB3-2164-47CE-A327-93D96BC00889}" destId="{7CEB1AB7-730E-476A-84A2-BA2D04505D94}" srcOrd="1" destOrd="0" presId="urn:microsoft.com/office/officeart/2005/8/layout/architecture"/>
    <dgm:cxn modelId="{BFA14288-32A4-4507-9B5E-E91B6E0980C7}" type="presParOf" srcId="{BA8ADBB3-2164-47CE-A327-93D96BC00889}" destId="{9539C754-FDA9-4B01-BAA2-6457842195F9}" srcOrd="2" destOrd="0" presId="urn:microsoft.com/office/officeart/2005/8/layout/architecture"/>
    <dgm:cxn modelId="{15C9352E-BB2A-4C5B-82ED-106C964D1E98}" type="presParOf" srcId="{9539C754-FDA9-4B01-BAA2-6457842195F9}" destId="{D566393D-4C76-433E-A0E1-BC5A2C2F5DDB}" srcOrd="0" destOrd="0" presId="urn:microsoft.com/office/officeart/2005/8/layout/architecture"/>
    <dgm:cxn modelId="{E9BE99D5-C6BE-4417-885C-6283FAF8D672}" type="presParOf" srcId="{9539C754-FDA9-4B01-BAA2-6457842195F9}" destId="{FAA80B91-3F97-4136-8525-DC2791456D40}" srcOrd="1" destOrd="0" presId="urn:microsoft.com/office/officeart/2005/8/layout/architecture"/>
    <dgm:cxn modelId="{7F59D70F-09DE-4391-903B-2D9E48DF2BEE}" type="presParOf" srcId="{BA8ADBB3-2164-47CE-A327-93D96BC00889}" destId="{3E2BEB7E-FA02-4AB1-830D-89E2AFCF4668}" srcOrd="3" destOrd="0" presId="urn:microsoft.com/office/officeart/2005/8/layout/architecture"/>
    <dgm:cxn modelId="{C0E8492E-13DC-43CC-B602-84E427305FEC}" type="presParOf" srcId="{BA8ADBB3-2164-47CE-A327-93D96BC00889}" destId="{006E518C-2E42-4BF2-952E-7E5F7DBF7D74}" srcOrd="4" destOrd="0" presId="urn:microsoft.com/office/officeart/2005/8/layout/architecture"/>
    <dgm:cxn modelId="{BCDC2429-24E2-45C4-B51B-F994282CD018}" type="presParOf" srcId="{006E518C-2E42-4BF2-952E-7E5F7DBF7D74}" destId="{0181D215-C041-40E6-8742-F7EE7DBBD0DC}" srcOrd="0" destOrd="0" presId="urn:microsoft.com/office/officeart/2005/8/layout/architecture"/>
    <dgm:cxn modelId="{16D542C0-4ED1-4AD4-9976-97BEF7F84E1F}" type="presParOf" srcId="{006E518C-2E42-4BF2-952E-7E5F7DBF7D74}" destId="{D10F0661-8ACA-499C-BB4A-2CB2FF381274}" srcOrd="1" destOrd="0" presId="urn:microsoft.com/office/officeart/2005/8/layout/architecture"/>
    <dgm:cxn modelId="{2625AD84-AEAF-435E-A32D-2E09987C3EAE}" type="presParOf" srcId="{BA8ADBB3-2164-47CE-A327-93D96BC00889}" destId="{358563E1-B8FE-40B1-89F6-0D4B7EA64223}" srcOrd="5" destOrd="0" presId="urn:microsoft.com/office/officeart/2005/8/layout/architecture"/>
    <dgm:cxn modelId="{55DF9F69-FAE0-4B8E-8E30-890E9AC56759}" type="presParOf" srcId="{BA8ADBB3-2164-47CE-A327-93D96BC00889}" destId="{D2841F33-2F88-48C5-8614-C87CB44BF46D}" srcOrd="6" destOrd="0" presId="urn:microsoft.com/office/officeart/2005/8/layout/architecture"/>
    <dgm:cxn modelId="{791836E9-2192-4502-B028-DE646D616FF3}" type="presParOf" srcId="{D2841F33-2F88-48C5-8614-C87CB44BF46D}" destId="{AC6659D7-2852-4FDD-BC76-C39E9FC28C10}" srcOrd="0" destOrd="0" presId="urn:microsoft.com/office/officeart/2005/8/layout/architecture"/>
    <dgm:cxn modelId="{C0E76250-2C8C-477E-97BF-B997FB85FACF}" type="presParOf" srcId="{D2841F33-2F88-48C5-8614-C87CB44BF46D}" destId="{F84C6BFE-80CF-44AE-B6EA-B47042DF3F1F}" srcOrd="1" destOrd="0" presId="urn:microsoft.com/office/officeart/2005/8/layout/architecture"/>
    <dgm:cxn modelId="{674845D4-6532-4947-9C54-E683FD75C38A}" type="presParOf" srcId="{BA8ADBB3-2164-47CE-A327-93D96BC00889}" destId="{6284C7BA-EFAF-4396-9931-009E3CF3F3D4}" srcOrd="7" destOrd="0" presId="urn:microsoft.com/office/officeart/2005/8/layout/architecture"/>
    <dgm:cxn modelId="{9688A43A-1791-4CAB-99AF-0A67651E0CBA}" type="presParOf" srcId="{BA8ADBB3-2164-47CE-A327-93D96BC00889}" destId="{8F5A0CAA-2F4D-41FF-BAD4-09BD1AD0C740}" srcOrd="8" destOrd="0" presId="urn:microsoft.com/office/officeart/2005/8/layout/architecture"/>
    <dgm:cxn modelId="{29E02C9F-AB8B-4BB1-936F-5255B320C0AB}" type="presParOf" srcId="{8F5A0CAA-2F4D-41FF-BAD4-09BD1AD0C740}" destId="{CD707A9D-EE4F-4931-BF03-660B5097A96F}" srcOrd="0" destOrd="0" presId="urn:microsoft.com/office/officeart/2005/8/layout/architecture"/>
    <dgm:cxn modelId="{C4EE5AA2-2DCB-4783-958B-6B1F309D6370}" type="presParOf" srcId="{8F5A0CAA-2F4D-41FF-BAD4-09BD1AD0C740}" destId="{B1C1156A-32EF-413E-A759-A056358A4132}" srcOrd="1" destOrd="0" presId="urn:microsoft.com/office/officeart/2005/8/layout/architecture"/>
    <dgm:cxn modelId="{43D93D68-EB93-4930-A8E1-4FD5BD020EC7}" type="presParOf" srcId="{BA8ADBB3-2164-47CE-A327-93D96BC00889}" destId="{D0C275EA-3D87-41C5-BD57-C048D8A305BA}" srcOrd="9" destOrd="0" presId="urn:microsoft.com/office/officeart/2005/8/layout/architecture"/>
    <dgm:cxn modelId="{C5DE1E8B-5083-46EC-9562-44A1232151D3}" type="presParOf" srcId="{BA8ADBB3-2164-47CE-A327-93D96BC00889}" destId="{65456172-8462-4F88-BF4C-3D814F89C9D1}" srcOrd="10" destOrd="0" presId="urn:microsoft.com/office/officeart/2005/8/layout/architecture"/>
    <dgm:cxn modelId="{8593BACD-B5B4-4B3E-A0AF-5816BA2A9DA0}" type="presParOf" srcId="{65456172-8462-4F88-BF4C-3D814F89C9D1}" destId="{C410496B-C508-4197-A884-DA7D1B266473}" srcOrd="0" destOrd="0" presId="urn:microsoft.com/office/officeart/2005/8/layout/architecture"/>
    <dgm:cxn modelId="{E6C366CA-DBDA-4870-8524-510BC85A784F}" type="presParOf" srcId="{65456172-8462-4F88-BF4C-3D814F89C9D1}" destId="{9EFAEF79-8007-4A2E-884B-83D7232E0525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092A09-850B-40EB-BEFC-3347C9BD5961}">
      <dsp:nvSpPr>
        <dsp:cNvPr id="0" name=""/>
        <dsp:cNvSpPr/>
      </dsp:nvSpPr>
      <dsp:spPr>
        <a:xfrm rot="10800000">
          <a:off x="689472" y="0"/>
          <a:ext cx="3104707" cy="88403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983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2">
                  <a:lumMod val="25000"/>
                </a:schemeClr>
              </a:solidFill>
              <a:latin typeface="Algerian" panose="04020705040A02060702" pitchFamily="82" charset="0"/>
            </a:rPr>
            <a:t>VEMULA HIMAJA </a:t>
          </a:r>
          <a:br>
            <a:rPr lang="en-IN" sz="1900" b="1" kern="1200" dirty="0">
              <a:latin typeface="Bahnschrift Light Condensed" panose="020B0502040204020203" pitchFamily="34" charset="0"/>
            </a:rPr>
          </a:br>
          <a:r>
            <a:rPr lang="en-IN" sz="1900" b="1" kern="1200" dirty="0">
              <a:solidFill>
                <a:schemeClr val="accent1">
                  <a:lumMod val="50000"/>
                </a:schemeClr>
              </a:solidFill>
              <a:latin typeface="Bahnschrift Light Condensed" panose="020B0502040204020203" pitchFamily="34" charset="0"/>
            </a:rPr>
            <a:t>BACKEND DEVELOPER</a:t>
          </a:r>
          <a:endParaRPr lang="en-IN" sz="1900" kern="1200" dirty="0">
            <a:solidFill>
              <a:schemeClr val="accent1">
                <a:lumMod val="50000"/>
              </a:schemeClr>
            </a:solidFill>
            <a:latin typeface="Bahnschrift Light Condensed" panose="020B0502040204020203" pitchFamily="34" charset="0"/>
          </a:endParaRPr>
        </a:p>
      </dsp:txBody>
      <dsp:txXfrm rot="10800000">
        <a:off x="910482" y="0"/>
        <a:ext cx="2883697" cy="884039"/>
      </dsp:txXfrm>
    </dsp:sp>
    <dsp:sp modelId="{043A380D-B059-4F38-82C2-BB561D03A9C2}">
      <dsp:nvSpPr>
        <dsp:cNvPr id="0" name=""/>
        <dsp:cNvSpPr/>
      </dsp:nvSpPr>
      <dsp:spPr>
        <a:xfrm>
          <a:off x="321982" y="432"/>
          <a:ext cx="884039" cy="884039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t="-12000" b="-12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2E732-B99E-4664-81B0-96891587A682}">
      <dsp:nvSpPr>
        <dsp:cNvPr id="0" name=""/>
        <dsp:cNvSpPr/>
      </dsp:nvSpPr>
      <dsp:spPr>
        <a:xfrm rot="10800000">
          <a:off x="2025060" y="469"/>
          <a:ext cx="6864147" cy="521329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89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</a:t>
          </a:r>
          <a:r>
            <a:rPr lang="en-US" sz="1500" kern="1200" dirty="0">
              <a:solidFill>
                <a:schemeClr val="bg1"/>
              </a:solidFill>
            </a:rPr>
            <a:t>A Library Management System is software used to manage library  operations digitally</a:t>
          </a:r>
          <a:r>
            <a:rPr lang="en-US" sz="1500" kern="1200" dirty="0"/>
            <a:t>.</a:t>
          </a:r>
          <a:endParaRPr lang="en-IN" sz="1500" kern="1200" dirty="0"/>
        </a:p>
      </dsp:txBody>
      <dsp:txXfrm rot="10800000">
        <a:off x="2155392" y="469"/>
        <a:ext cx="6733815" cy="521329"/>
      </dsp:txXfrm>
    </dsp:sp>
    <dsp:sp modelId="{F8190760-E973-4315-9EBF-CB10CD465F11}">
      <dsp:nvSpPr>
        <dsp:cNvPr id="0" name=""/>
        <dsp:cNvSpPr/>
      </dsp:nvSpPr>
      <dsp:spPr>
        <a:xfrm>
          <a:off x="1681656" y="469"/>
          <a:ext cx="521329" cy="521329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B120E3-30AA-4770-AACC-43A07F618019}">
      <dsp:nvSpPr>
        <dsp:cNvPr id="0" name=""/>
        <dsp:cNvSpPr/>
      </dsp:nvSpPr>
      <dsp:spPr>
        <a:xfrm rot="10800000">
          <a:off x="1900952" y="677420"/>
          <a:ext cx="7029625" cy="521329"/>
        </a:xfrm>
        <a:prstGeom prst="homePlate">
          <a:avLst/>
        </a:prstGeom>
        <a:solidFill>
          <a:schemeClr val="accent2">
            <a:hueOff val="368820"/>
            <a:satOff val="1700"/>
            <a:lumOff val="2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89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</a:t>
          </a:r>
          <a:r>
            <a:rPr lang="en-US" sz="1500" kern="1200" dirty="0">
              <a:solidFill>
                <a:schemeClr val="bg1"/>
              </a:solidFill>
            </a:rPr>
            <a:t>It maintains records of books, members, and transactions.</a:t>
          </a:r>
          <a:endParaRPr lang="en-IN" sz="1500" kern="1200" dirty="0">
            <a:solidFill>
              <a:schemeClr val="bg1"/>
            </a:solidFill>
          </a:endParaRPr>
        </a:p>
      </dsp:txBody>
      <dsp:txXfrm rot="10800000">
        <a:off x="2031284" y="677420"/>
        <a:ext cx="6899293" cy="521329"/>
      </dsp:txXfrm>
    </dsp:sp>
    <dsp:sp modelId="{8677057A-5001-4455-9941-F7B7483E9AE4}">
      <dsp:nvSpPr>
        <dsp:cNvPr id="0" name=""/>
        <dsp:cNvSpPr/>
      </dsp:nvSpPr>
      <dsp:spPr>
        <a:xfrm>
          <a:off x="1640287" y="677420"/>
          <a:ext cx="521329" cy="521329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D20FF2-E173-4857-9021-E381370A16D1}">
      <dsp:nvSpPr>
        <dsp:cNvPr id="0" name=""/>
        <dsp:cNvSpPr/>
      </dsp:nvSpPr>
      <dsp:spPr>
        <a:xfrm rot="10800000">
          <a:off x="1900952" y="1354371"/>
          <a:ext cx="7029625" cy="521329"/>
        </a:xfrm>
        <a:prstGeom prst="homePlate">
          <a:avLst/>
        </a:prstGeom>
        <a:solidFill>
          <a:schemeClr val="accent2">
            <a:hueOff val="737640"/>
            <a:satOff val="3400"/>
            <a:lumOff val="52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89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</a:t>
          </a:r>
          <a:r>
            <a:rPr lang="en-US" sz="1500" kern="1200" dirty="0">
              <a:solidFill>
                <a:schemeClr val="bg1"/>
              </a:solidFill>
            </a:rPr>
            <a:t>It helps in issuing and returning books efficiently.</a:t>
          </a:r>
          <a:endParaRPr lang="en-IN" sz="1500" kern="1200" dirty="0">
            <a:solidFill>
              <a:schemeClr val="bg1"/>
            </a:solidFill>
          </a:endParaRPr>
        </a:p>
      </dsp:txBody>
      <dsp:txXfrm rot="10800000">
        <a:off x="2031284" y="1354371"/>
        <a:ext cx="6899293" cy="521329"/>
      </dsp:txXfrm>
    </dsp:sp>
    <dsp:sp modelId="{4CA67E2D-440E-43D1-9B55-36769D4F6322}">
      <dsp:nvSpPr>
        <dsp:cNvPr id="0" name=""/>
        <dsp:cNvSpPr/>
      </dsp:nvSpPr>
      <dsp:spPr>
        <a:xfrm>
          <a:off x="1640287" y="1354371"/>
          <a:ext cx="521329" cy="521329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57A829-F1B7-46A6-A374-9F5F0CC8A075}">
      <dsp:nvSpPr>
        <dsp:cNvPr id="0" name=""/>
        <dsp:cNvSpPr/>
      </dsp:nvSpPr>
      <dsp:spPr>
        <a:xfrm rot="10800000">
          <a:off x="1900952" y="2031322"/>
          <a:ext cx="7029625" cy="521329"/>
        </a:xfrm>
        <a:prstGeom prst="homePlate">
          <a:avLst/>
        </a:prstGeom>
        <a:solidFill>
          <a:schemeClr val="accent2">
            <a:hueOff val="1106460"/>
            <a:satOff val="5101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89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</a:t>
          </a:r>
          <a:r>
            <a:rPr lang="en-US" sz="1500" kern="1200" dirty="0">
              <a:solidFill>
                <a:schemeClr val="bg1"/>
              </a:solidFill>
            </a:rPr>
            <a:t>It reduces manual work and minimizes errors.</a:t>
          </a:r>
          <a:endParaRPr lang="en-IN" sz="1500" kern="1200" dirty="0">
            <a:solidFill>
              <a:schemeClr val="bg1"/>
            </a:solidFill>
          </a:endParaRPr>
        </a:p>
      </dsp:txBody>
      <dsp:txXfrm rot="10800000">
        <a:off x="2031284" y="2031322"/>
        <a:ext cx="6899293" cy="521329"/>
      </dsp:txXfrm>
    </dsp:sp>
    <dsp:sp modelId="{C405236A-FAB9-4C53-9754-BBFABF46B63B}">
      <dsp:nvSpPr>
        <dsp:cNvPr id="0" name=""/>
        <dsp:cNvSpPr/>
      </dsp:nvSpPr>
      <dsp:spPr>
        <a:xfrm>
          <a:off x="1640287" y="2031322"/>
          <a:ext cx="521329" cy="521329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1D37C7-2C27-42CD-AF7C-FA8E1CEABD28}">
      <dsp:nvSpPr>
        <dsp:cNvPr id="0" name=""/>
        <dsp:cNvSpPr/>
      </dsp:nvSpPr>
      <dsp:spPr>
        <a:xfrm rot="10800000">
          <a:off x="1900952" y="2708272"/>
          <a:ext cx="7029625" cy="521329"/>
        </a:xfrm>
        <a:prstGeom prst="homePlate">
          <a:avLst/>
        </a:prstGeom>
        <a:solidFill>
          <a:schemeClr val="accent2">
            <a:hueOff val="1475280"/>
            <a:satOff val="6801"/>
            <a:lumOff val="10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89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</a:t>
          </a:r>
          <a:r>
            <a:rPr lang="en-US" sz="1500" kern="1200" dirty="0">
              <a:solidFill>
                <a:schemeClr val="bg1">
                  <a:lumMod val="95000"/>
                  <a:lumOff val="5000"/>
                </a:schemeClr>
              </a:solidFill>
            </a:rPr>
            <a:t>It provides quick access to book availability and details.</a:t>
          </a:r>
          <a:endParaRPr lang="en-IN" sz="1500" kern="1200" dirty="0">
            <a:solidFill>
              <a:schemeClr val="bg1">
                <a:lumMod val="95000"/>
                <a:lumOff val="5000"/>
              </a:schemeClr>
            </a:solidFill>
          </a:endParaRPr>
        </a:p>
      </dsp:txBody>
      <dsp:txXfrm rot="10800000">
        <a:off x="2031284" y="2708272"/>
        <a:ext cx="6899293" cy="521329"/>
      </dsp:txXfrm>
    </dsp:sp>
    <dsp:sp modelId="{50CE5E80-1E33-4708-AE72-9D6ABF8F364A}">
      <dsp:nvSpPr>
        <dsp:cNvPr id="0" name=""/>
        <dsp:cNvSpPr/>
      </dsp:nvSpPr>
      <dsp:spPr>
        <a:xfrm>
          <a:off x="1640287" y="2708272"/>
          <a:ext cx="521329" cy="521329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874854-EDD2-412B-A179-DB6DB693740B}">
      <dsp:nvSpPr>
        <dsp:cNvPr id="0" name=""/>
        <dsp:cNvSpPr/>
      </dsp:nvSpPr>
      <dsp:spPr>
        <a:xfrm rot="10800000">
          <a:off x="1900952" y="3385223"/>
          <a:ext cx="7029625" cy="521329"/>
        </a:xfrm>
        <a:prstGeom prst="homePlate">
          <a:avLst/>
        </a:prstGeom>
        <a:solidFill>
          <a:schemeClr val="accent2">
            <a:hueOff val="1844100"/>
            <a:satOff val="850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89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</a:t>
          </a:r>
          <a:r>
            <a:rPr lang="en-US" sz="1500" kern="1200" dirty="0">
              <a:solidFill>
                <a:schemeClr val="bg1">
                  <a:lumMod val="95000"/>
                  <a:lumOff val="5000"/>
                </a:schemeClr>
              </a:solidFill>
            </a:rPr>
            <a:t>It improves overall efficiency and saves time for librarians.</a:t>
          </a:r>
          <a:endParaRPr lang="en-IN" sz="1500" kern="1200" dirty="0">
            <a:solidFill>
              <a:schemeClr val="bg1">
                <a:lumMod val="95000"/>
                <a:lumOff val="5000"/>
              </a:schemeClr>
            </a:solidFill>
          </a:endParaRPr>
        </a:p>
      </dsp:txBody>
      <dsp:txXfrm rot="10800000">
        <a:off x="2031284" y="3385223"/>
        <a:ext cx="6899293" cy="521329"/>
      </dsp:txXfrm>
    </dsp:sp>
    <dsp:sp modelId="{1FC6264B-5B66-476E-BD88-30CF08FA7675}">
      <dsp:nvSpPr>
        <dsp:cNvPr id="0" name=""/>
        <dsp:cNvSpPr/>
      </dsp:nvSpPr>
      <dsp:spPr>
        <a:xfrm>
          <a:off x="1640287" y="3385223"/>
          <a:ext cx="521329" cy="521329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476176-7AD9-44FD-9FCC-A588FD63853A}">
      <dsp:nvSpPr>
        <dsp:cNvPr id="0" name=""/>
        <dsp:cNvSpPr/>
      </dsp:nvSpPr>
      <dsp:spPr>
        <a:xfrm rot="10800000">
          <a:off x="1900952" y="4062174"/>
          <a:ext cx="7029625" cy="521329"/>
        </a:xfrm>
        <a:prstGeom prst="homePlate">
          <a:avLst/>
        </a:prstGeom>
        <a:solidFill>
          <a:schemeClr val="accent2">
            <a:hueOff val="2212920"/>
            <a:satOff val="1020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89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</a:t>
          </a:r>
          <a:r>
            <a:rPr lang="en-US" sz="1500" kern="1200" dirty="0">
              <a:solidFill>
                <a:schemeClr val="bg1">
                  <a:lumMod val="95000"/>
                  <a:lumOff val="5000"/>
                </a:schemeClr>
              </a:solidFill>
            </a:rPr>
            <a:t>It helps in generating reports and tracking library activities easily</a:t>
          </a:r>
          <a:r>
            <a:rPr lang="en-US" sz="1500" kern="1200" dirty="0"/>
            <a:t>.</a:t>
          </a:r>
          <a:endParaRPr lang="en-IN" sz="1500" kern="1200" dirty="0"/>
        </a:p>
      </dsp:txBody>
      <dsp:txXfrm rot="10800000">
        <a:off x="2031284" y="4062174"/>
        <a:ext cx="6899293" cy="521329"/>
      </dsp:txXfrm>
    </dsp:sp>
    <dsp:sp modelId="{DA30928F-8FEB-49FC-88DD-14A0D73FE78C}">
      <dsp:nvSpPr>
        <dsp:cNvPr id="0" name=""/>
        <dsp:cNvSpPr/>
      </dsp:nvSpPr>
      <dsp:spPr>
        <a:xfrm>
          <a:off x="1640287" y="4062174"/>
          <a:ext cx="521329" cy="521329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8C6C8C-FB63-4D68-B5E1-1847B2ED8CA7}">
      <dsp:nvSpPr>
        <dsp:cNvPr id="0" name=""/>
        <dsp:cNvSpPr/>
      </dsp:nvSpPr>
      <dsp:spPr>
        <a:xfrm rot="10800000">
          <a:off x="1117009" y="0"/>
          <a:ext cx="3732090" cy="70788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158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/>
            <a:t>OBJECTIVES :</a:t>
          </a:r>
          <a:endParaRPr lang="en-IN" sz="3300" kern="1200" dirty="0"/>
        </a:p>
      </dsp:txBody>
      <dsp:txXfrm rot="10800000">
        <a:off x="1293980" y="0"/>
        <a:ext cx="3555119" cy="707886"/>
      </dsp:txXfrm>
    </dsp:sp>
    <dsp:sp modelId="{64A10AB8-A874-463E-9BB3-7C6250A76BDE}">
      <dsp:nvSpPr>
        <dsp:cNvPr id="0" name=""/>
        <dsp:cNvSpPr/>
      </dsp:nvSpPr>
      <dsp:spPr>
        <a:xfrm>
          <a:off x="763066" y="0"/>
          <a:ext cx="707886" cy="707886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31493-5769-4FFA-9B73-933E4D4B2388}">
      <dsp:nvSpPr>
        <dsp:cNvPr id="0" name=""/>
        <dsp:cNvSpPr/>
      </dsp:nvSpPr>
      <dsp:spPr>
        <a:xfrm>
          <a:off x="94" y="1742063"/>
          <a:ext cx="9656370" cy="14895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  To automate all library operations and reduce manual work</a:t>
          </a:r>
          <a:endParaRPr lang="en-IN" sz="4000" kern="1200" dirty="0"/>
        </a:p>
      </dsp:txBody>
      <dsp:txXfrm>
        <a:off x="43723" y="1785692"/>
        <a:ext cx="9569112" cy="1402332"/>
      </dsp:txXfrm>
    </dsp:sp>
    <dsp:sp modelId="{9088E275-3BFD-4585-B3CC-DACC95836668}">
      <dsp:nvSpPr>
        <dsp:cNvPr id="0" name=""/>
        <dsp:cNvSpPr/>
      </dsp:nvSpPr>
      <dsp:spPr>
        <a:xfrm>
          <a:off x="47" y="1607"/>
          <a:ext cx="1504107" cy="14895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  To maintain accurate records of books and members</a:t>
          </a:r>
          <a:endParaRPr lang="en-IN" sz="1600" kern="1200" dirty="0"/>
        </a:p>
      </dsp:txBody>
      <dsp:txXfrm>
        <a:off x="43676" y="45236"/>
        <a:ext cx="1416849" cy="1402332"/>
      </dsp:txXfrm>
    </dsp:sp>
    <dsp:sp modelId="{D566393D-4C76-433E-A0E1-BC5A2C2F5DDB}">
      <dsp:nvSpPr>
        <dsp:cNvPr id="0" name=""/>
        <dsp:cNvSpPr/>
      </dsp:nvSpPr>
      <dsp:spPr>
        <a:xfrm>
          <a:off x="1630499" y="1607"/>
          <a:ext cx="1504107" cy="14895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To simplify the process of issuing and returning books</a:t>
          </a:r>
          <a:endParaRPr lang="en-IN" sz="1600" kern="1200" dirty="0"/>
        </a:p>
      </dsp:txBody>
      <dsp:txXfrm>
        <a:off x="1674128" y="45236"/>
        <a:ext cx="1416849" cy="1402332"/>
      </dsp:txXfrm>
    </dsp:sp>
    <dsp:sp modelId="{0181D215-C041-40E6-8742-F7EE7DBBD0DC}">
      <dsp:nvSpPr>
        <dsp:cNvPr id="0" name=""/>
        <dsp:cNvSpPr/>
      </dsp:nvSpPr>
      <dsp:spPr>
        <a:xfrm>
          <a:off x="3260952" y="1607"/>
          <a:ext cx="1504107" cy="14895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600" kern="1200" dirty="0"/>
            <a:t>     To provide quick and easy access to book information</a:t>
          </a:r>
          <a:endParaRPr lang="en-IN" sz="1600" kern="1200" dirty="0"/>
        </a:p>
      </dsp:txBody>
      <dsp:txXfrm>
        <a:off x="3304581" y="45236"/>
        <a:ext cx="1416849" cy="1402332"/>
      </dsp:txXfrm>
    </dsp:sp>
    <dsp:sp modelId="{AC6659D7-2852-4FDD-BC76-C39E9FC28C10}">
      <dsp:nvSpPr>
        <dsp:cNvPr id="0" name=""/>
        <dsp:cNvSpPr/>
      </dsp:nvSpPr>
      <dsp:spPr>
        <a:xfrm>
          <a:off x="4891405" y="1607"/>
          <a:ext cx="1504107" cy="14895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    To track availability of books in real-time</a:t>
          </a:r>
          <a:endParaRPr lang="en-IN" sz="1600" kern="1200" dirty="0"/>
        </a:p>
      </dsp:txBody>
      <dsp:txXfrm>
        <a:off x="4935034" y="45236"/>
        <a:ext cx="1416849" cy="1402332"/>
      </dsp:txXfrm>
    </dsp:sp>
    <dsp:sp modelId="{CD707A9D-EE4F-4931-BF03-660B5097A96F}">
      <dsp:nvSpPr>
        <dsp:cNvPr id="0" name=""/>
        <dsp:cNvSpPr/>
      </dsp:nvSpPr>
      <dsp:spPr>
        <a:xfrm>
          <a:off x="6521857" y="1607"/>
          <a:ext cx="1504107" cy="14895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  To reduce errors and improve data accuracy</a:t>
          </a:r>
          <a:endParaRPr lang="en-IN" sz="1600" kern="1200" dirty="0"/>
        </a:p>
      </dsp:txBody>
      <dsp:txXfrm>
        <a:off x="6565486" y="45236"/>
        <a:ext cx="1416849" cy="1402332"/>
      </dsp:txXfrm>
    </dsp:sp>
    <dsp:sp modelId="{C410496B-C508-4197-A884-DA7D1B266473}">
      <dsp:nvSpPr>
        <dsp:cNvPr id="0" name=""/>
        <dsp:cNvSpPr/>
      </dsp:nvSpPr>
      <dsp:spPr>
        <a:xfrm>
          <a:off x="8152310" y="1607"/>
          <a:ext cx="1504107" cy="14895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 To generate reports for better management and analysis</a:t>
          </a:r>
          <a:endParaRPr lang="en-IN" sz="1600" kern="1200" dirty="0"/>
        </a:p>
      </dsp:txBody>
      <dsp:txXfrm>
        <a:off x="8195939" y="45236"/>
        <a:ext cx="1416849" cy="14023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253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08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60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54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215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507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680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619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725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4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729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5877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701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370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7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906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518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4883C-EE1D-499C-BC72-C1615A9BF4C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FCCEB-5293-49F4-8460-E68A98832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9615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B82D-119E-3A11-B311-2FFF68E95A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B0912-D536-FFD3-2D2F-F7E751DCC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814781-8788-FE8E-2C01-15C351602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06" y="176791"/>
            <a:ext cx="11053186" cy="61897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5E1CB2-9CE9-7331-1C2B-D14B5EEF1171}"/>
              </a:ext>
            </a:extLst>
          </p:cNvPr>
          <p:cNvSpPr txBox="1"/>
          <p:nvPr/>
        </p:nvSpPr>
        <p:spPr>
          <a:xfrm>
            <a:off x="945842" y="491424"/>
            <a:ext cx="89631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  <a:latin typeface="Arial Black" panose="020B0A04020102020204" pitchFamily="34" charset="0"/>
              </a:rPr>
              <a:t>LIBRARY MANAGEMENT </a:t>
            </a:r>
          </a:p>
          <a:p>
            <a:r>
              <a:rPr lang="en-IN" sz="6000" dirty="0">
                <a:solidFill>
                  <a:schemeClr val="bg1"/>
                </a:solidFill>
                <a:latin typeface="Arial Black" panose="020B0A04020102020204" pitchFamily="34" charset="0"/>
              </a:rPr>
              <a:t>                  SYSTEM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7DBA9F9-FDC2-8C94-B2C6-FF694D7E07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4304563"/>
              </p:ext>
            </p:extLst>
          </p:nvPr>
        </p:nvGraphicFramePr>
        <p:xfrm>
          <a:off x="7374194" y="4208206"/>
          <a:ext cx="3952567" cy="8849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3374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0B7236-227D-290E-F270-8EA81DA6DB87}"/>
              </a:ext>
            </a:extLst>
          </p:cNvPr>
          <p:cNvSpPr txBox="1"/>
          <p:nvPr/>
        </p:nvSpPr>
        <p:spPr>
          <a:xfrm>
            <a:off x="506847" y="310742"/>
            <a:ext cx="35333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Algerian" panose="04020705040A02060702" pitchFamily="82" charset="0"/>
              </a:rPr>
              <a:t>INTODUCTION 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07F8A94-77D2-A7E5-922F-983630FA7C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846437"/>
              </p:ext>
            </p:extLst>
          </p:nvPr>
        </p:nvGraphicFramePr>
        <p:xfrm>
          <a:off x="-635210" y="1167897"/>
          <a:ext cx="10570865" cy="4583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4DCBC0C4-1390-166C-F32B-D8945E2AF9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551" y="1343129"/>
            <a:ext cx="3818449" cy="399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4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E074064-61C1-52CF-4D76-8C6EA0D9ED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8929791"/>
              </p:ext>
            </p:extLst>
          </p:nvPr>
        </p:nvGraphicFramePr>
        <p:xfrm>
          <a:off x="0" y="270981"/>
          <a:ext cx="5612166" cy="707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14C7A15-F815-A224-4EC5-C55F9B5568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4231610"/>
              </p:ext>
            </p:extLst>
          </p:nvPr>
        </p:nvGraphicFramePr>
        <p:xfrm>
          <a:off x="635098" y="1537576"/>
          <a:ext cx="9656465" cy="3231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7655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7AFFFD-D844-2054-5211-A317B89315E7}"/>
              </a:ext>
            </a:extLst>
          </p:cNvPr>
          <p:cNvSpPr txBox="1"/>
          <p:nvPr/>
        </p:nvSpPr>
        <p:spPr>
          <a:xfrm>
            <a:off x="138406" y="168985"/>
            <a:ext cx="43412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Algerian" panose="04020705040A02060702" pitchFamily="82" charset="0"/>
              </a:rPr>
              <a:t>TECHNOLOGIES USED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9F02AB-A06B-7F55-542B-2873B144F860}"/>
              </a:ext>
            </a:extLst>
          </p:cNvPr>
          <p:cNvSpPr txBox="1"/>
          <p:nvPr/>
        </p:nvSpPr>
        <p:spPr>
          <a:xfrm>
            <a:off x="268387" y="1136064"/>
            <a:ext cx="9716758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IN" sz="2000" dirty="0"/>
              <a:t>SAP ABAP – Used for developing reports and application logic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SAP Data Dictionary (SE11) – For creating database tables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 Internal Tables &amp; Work Areas – For data processing in ABAP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ALV (ABAP List Viewer) – To display output in table format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Module Pool Programming – For creating screens 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Open SQL – For database operations (SELECT, INSERT,  UPDATE)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Aptos" panose="020B0004020202020204" pitchFamily="34" charset="0"/>
              </a:rPr>
              <a:t>Smart Forms .        </a:t>
            </a:r>
          </a:p>
        </p:txBody>
      </p:sp>
    </p:spTree>
    <p:extLst>
      <p:ext uri="{BB962C8B-B14F-4D97-AF65-F5344CB8AC3E}">
        <p14:creationId xmlns:p14="http://schemas.microsoft.com/office/powerpoint/2010/main" val="350090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E1A394-04CA-A334-D782-0E15B10A2439}"/>
              </a:ext>
            </a:extLst>
          </p:cNvPr>
          <p:cNvSpPr txBox="1"/>
          <p:nvPr/>
        </p:nvSpPr>
        <p:spPr>
          <a:xfrm>
            <a:off x="492370" y="1014884"/>
            <a:ext cx="953588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/>
              <a:t>The Database is designed using sap </a:t>
            </a:r>
            <a:r>
              <a:rPr lang="en-IN" sz="2800" dirty="0" err="1"/>
              <a:t>abap</a:t>
            </a:r>
            <a:r>
              <a:rPr lang="en-IN" sz="2800" dirty="0"/>
              <a:t> dictionary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2800" dirty="0"/>
              <a:t> The Transaction code is SE11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/>
              <a:t> Starts with </a:t>
            </a:r>
            <a:r>
              <a:rPr lang="en-IN" sz="2800" dirty="0">
                <a:solidFill>
                  <a:schemeClr val="accent4"/>
                </a:solidFill>
              </a:rPr>
              <a:t>Z</a:t>
            </a:r>
            <a:r>
              <a:rPr lang="en-IN" sz="2800" dirty="0"/>
              <a:t> or </a:t>
            </a:r>
            <a:r>
              <a:rPr lang="en-IN" sz="2800" dirty="0">
                <a:solidFill>
                  <a:schemeClr val="accent4"/>
                </a:solidFill>
              </a:rPr>
              <a:t>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/>
              <a:t> Tables Generated as given :</a:t>
            </a:r>
          </a:p>
          <a:p>
            <a:endParaRPr lang="en-IN" sz="2800" dirty="0"/>
          </a:p>
          <a:p>
            <a:r>
              <a:rPr lang="en-IN" sz="2800" dirty="0"/>
              <a:t>                              </a:t>
            </a:r>
            <a:r>
              <a:rPr lang="en-IN" sz="2800" dirty="0">
                <a:solidFill>
                  <a:schemeClr val="accent4"/>
                </a:solidFill>
              </a:rPr>
              <a:t>TABLES:                      DESC:</a:t>
            </a:r>
            <a:endParaRPr lang="en-IN" sz="2800" dirty="0"/>
          </a:p>
          <a:p>
            <a:r>
              <a:rPr lang="en-IN" sz="2800" dirty="0">
                <a:latin typeface="Algerian" panose="04020705040A02060702" pitchFamily="82" charset="0"/>
              </a:rPr>
              <a:t>                     ZBOOK_MASTER   –  BOOK DETAILS</a:t>
            </a:r>
          </a:p>
          <a:p>
            <a:r>
              <a:rPr lang="en-IN" sz="2800" dirty="0">
                <a:latin typeface="Algerian" panose="04020705040A02060702" pitchFamily="82" charset="0"/>
              </a:rPr>
              <a:t>                     ZMEMBER               -- MEMBER DETAILS</a:t>
            </a:r>
          </a:p>
          <a:p>
            <a:r>
              <a:rPr lang="en-IN" sz="2800" dirty="0">
                <a:latin typeface="Algerian" panose="04020705040A02060702" pitchFamily="82" charset="0"/>
              </a:rPr>
              <a:t>                     ZLIBRARY              -- LIBRARIAN DETAILS</a:t>
            </a:r>
          </a:p>
          <a:p>
            <a:r>
              <a:rPr lang="en-IN" sz="2800" dirty="0">
                <a:latin typeface="Algerian" panose="04020705040A02060702" pitchFamily="82" charset="0"/>
              </a:rPr>
              <a:t>                     ZLIBRARY1            -- COPIES </a:t>
            </a:r>
          </a:p>
          <a:p>
            <a:r>
              <a:rPr lang="en-IN" sz="2800" dirty="0">
                <a:latin typeface="Algerian" panose="04020705040A02060702" pitchFamily="82" charset="0"/>
              </a:rPr>
              <a:t>                     ZTRANSACTION    --  TRANSACTIONS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348DF3-AA50-233E-744D-F67AA8994FCD}"/>
              </a:ext>
            </a:extLst>
          </p:cNvPr>
          <p:cNvSpPr txBox="1"/>
          <p:nvPr/>
        </p:nvSpPr>
        <p:spPr>
          <a:xfrm>
            <a:off x="177738" y="152858"/>
            <a:ext cx="5220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DATABASE TABLES:</a:t>
            </a:r>
          </a:p>
        </p:txBody>
      </p:sp>
    </p:spTree>
    <p:extLst>
      <p:ext uri="{BB962C8B-B14F-4D97-AF65-F5344CB8AC3E}">
        <p14:creationId xmlns:p14="http://schemas.microsoft.com/office/powerpoint/2010/main" val="38816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6BABA-11A4-B100-B57D-5946139B3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307" y="1260742"/>
            <a:ext cx="5687368" cy="48769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A49A69-CC76-BB53-161E-D80C76BF6E84}"/>
              </a:ext>
            </a:extLst>
          </p:cNvPr>
          <p:cNvSpPr txBox="1"/>
          <p:nvPr/>
        </p:nvSpPr>
        <p:spPr>
          <a:xfrm>
            <a:off x="295725" y="92621"/>
            <a:ext cx="8259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lgerian" panose="04020705040A02060702" pitchFamily="82" charset="0"/>
              </a:rPr>
              <a:t>ZBOOK_MASTER – BOOK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9B9625-4935-B021-3C8F-F038CF71C957}"/>
              </a:ext>
            </a:extLst>
          </p:cNvPr>
          <p:cNvSpPr txBox="1"/>
          <p:nvPr/>
        </p:nvSpPr>
        <p:spPr>
          <a:xfrm>
            <a:off x="-170098" y="975398"/>
            <a:ext cx="635647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solidFill>
                  <a:schemeClr val="accent4"/>
                </a:solidFill>
              </a:rPr>
              <a:t> Stores complete information of all books in the library:</a:t>
            </a:r>
          </a:p>
          <a:p>
            <a:pPr lvl="2"/>
            <a:r>
              <a:rPr lang="en-US" sz="2000" dirty="0"/>
              <a:t>✅ Maintains details like book title, author, language, and category</a:t>
            </a:r>
          </a:p>
          <a:p>
            <a:pPr lvl="2"/>
            <a:endParaRPr lang="en-US" sz="2000" dirty="0"/>
          </a:p>
          <a:p>
            <a:pPr lvl="2"/>
            <a:r>
              <a:rPr lang="en-US" sz="2000" dirty="0"/>
              <a:t>✅ Includes publication details such as country and city</a:t>
            </a:r>
          </a:p>
          <a:p>
            <a:pPr lvl="2"/>
            <a:endParaRPr lang="en-US" sz="2000" dirty="0"/>
          </a:p>
          <a:p>
            <a:pPr lvl="2"/>
            <a:r>
              <a:rPr lang="en-US" sz="2000" dirty="0"/>
              <a:t>✅ Tracks book location using rack ID and slot ID</a:t>
            </a:r>
          </a:p>
          <a:p>
            <a:pPr lvl="2"/>
            <a:r>
              <a:rPr lang="en-US" sz="2000" dirty="0"/>
              <a:t>✅ Stores unique ISBN number for each book</a:t>
            </a:r>
          </a:p>
          <a:p>
            <a:pPr lvl="2"/>
            <a:endParaRPr lang="en-US" sz="2000" dirty="0"/>
          </a:p>
          <a:p>
            <a:pPr lvl="2"/>
            <a:r>
              <a:rPr lang="en-US" sz="2000" dirty="0"/>
              <a:t>✅ Maintains price and currency of the book</a:t>
            </a:r>
          </a:p>
          <a:p>
            <a:pPr lvl="2"/>
            <a:endParaRPr lang="en-US" sz="2000" dirty="0"/>
          </a:p>
          <a:p>
            <a:pPr lvl="2"/>
            <a:r>
              <a:rPr lang="en-US" sz="2000" dirty="0"/>
              <a:t>✅ Records total number of copies available</a:t>
            </a:r>
          </a:p>
          <a:p>
            <a:pPr lvl="2"/>
            <a:endParaRPr lang="en-US" sz="2000" dirty="0"/>
          </a:p>
          <a:p>
            <a:pPr lvl="2"/>
            <a:r>
              <a:rPr lang="en-US" sz="2000" dirty="0"/>
              <a:t>✅ Keeps track of record creation date </a:t>
            </a:r>
            <a:r>
              <a:rPr lang="en-US" sz="2000" dirty="0">
                <a:solidFill>
                  <a:schemeClr val="accent4"/>
                </a:solidFill>
              </a:rPr>
              <a:t>📚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9753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7E7122-1510-578F-FA36-5AB06ECCE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807" y="739689"/>
            <a:ext cx="5019183" cy="50330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D6DE4B-B2B0-96D0-FA98-8754010CF39C}"/>
              </a:ext>
            </a:extLst>
          </p:cNvPr>
          <p:cNvSpPr txBox="1"/>
          <p:nvPr/>
        </p:nvSpPr>
        <p:spPr>
          <a:xfrm>
            <a:off x="-122904" y="53328"/>
            <a:ext cx="68916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	</a:t>
            </a:r>
            <a:r>
              <a:rPr lang="en-IN" sz="3200" dirty="0">
                <a:latin typeface="Algerian" panose="04020705040A02060702" pitchFamily="82" charset="0"/>
              </a:rPr>
              <a:t>REPORT  FOR  ZBOOK_MASTER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F4288-1C20-32A4-83A8-0C36E2A707D2}"/>
              </a:ext>
            </a:extLst>
          </p:cNvPr>
          <p:cNvSpPr txBox="1"/>
          <p:nvPr/>
        </p:nvSpPr>
        <p:spPr>
          <a:xfrm>
            <a:off x="393225" y="817175"/>
            <a:ext cx="607567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1️⃣ Enter Book Details</a:t>
            </a:r>
          </a:p>
          <a:p>
            <a:r>
              <a:rPr lang="en-US" sz="1200" dirty="0"/>
              <a:t>              BOOKS PRESENT IN LIBRARY 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Book ID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 Title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 Author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 Language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 Country and City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 Rack ID and Slot ID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 Category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 ISBN Number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 Cost and Currency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 Total Copies</a:t>
            </a:r>
          </a:p>
          <a:p>
            <a:endParaRPr lang="en-US" sz="1200" dirty="0"/>
          </a:p>
          <a:p>
            <a:r>
              <a:rPr lang="en-US" sz="1600" dirty="0">
                <a:latin typeface="Algerian" panose="04020705040A02060702" pitchFamily="82" charset="0"/>
              </a:rPr>
              <a:t>2️⃣ Data Validation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All mandatory fields are filled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The system validates the entered data to ensure: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• Book ID is unique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• Correct data format for ISBN, currency, and date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r>
              <a:rPr lang="en-US" sz="2000" dirty="0"/>
              <a:t>3️⃣ Store Data</a:t>
            </a:r>
          </a:p>
          <a:p>
            <a:endParaRPr lang="en-US" sz="1200" dirty="0"/>
          </a:p>
          <a:p>
            <a:r>
              <a:rPr lang="en-US" sz="1200" dirty="0"/>
              <a:t>After validation, the system stores the book details in the Book Master database table.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 Data is saved in ZBOOK_MASTER table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 Acts as the central repository for book information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 Used by other programs like book issue and return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r>
              <a:rPr lang="en-US" sz="1200" b="1" dirty="0"/>
              <a:t>Process Flow</a:t>
            </a:r>
          </a:p>
          <a:p>
            <a:r>
              <a:rPr lang="en-US" sz="1200" b="1" dirty="0"/>
              <a:t>Enter Book Details → Data Validation → Store Data 📚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264002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60AF5-2446-A150-4E7F-A61ABCCC6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38" y="859065"/>
            <a:ext cx="6236401" cy="43538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864B29-B182-FFE4-7DCF-4A0B00ED33F0}"/>
              </a:ext>
            </a:extLst>
          </p:cNvPr>
          <p:cNvSpPr txBox="1"/>
          <p:nvPr/>
        </p:nvSpPr>
        <p:spPr>
          <a:xfrm>
            <a:off x="0" y="161018"/>
            <a:ext cx="8168640" cy="88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ZMEMBER     --   MEMBER DETAILS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54C00-F1C3-FAAF-D6F4-BC591E227A14}"/>
              </a:ext>
            </a:extLst>
          </p:cNvPr>
          <p:cNvSpPr txBox="1"/>
          <p:nvPr/>
        </p:nvSpPr>
        <p:spPr>
          <a:xfrm>
            <a:off x="90719" y="859065"/>
            <a:ext cx="54356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Stores complete information of</a:t>
            </a:r>
          </a:p>
          <a:p>
            <a:r>
              <a:rPr lang="en-US" sz="2400" dirty="0">
                <a:solidFill>
                  <a:schemeClr val="accent4"/>
                </a:solidFill>
              </a:rPr>
              <a:t>all  library members :</a:t>
            </a:r>
          </a:p>
          <a:p>
            <a:endParaRPr lang="en-US" sz="2400" dirty="0">
              <a:solidFill>
                <a:schemeClr val="accent4"/>
              </a:solidFill>
            </a:endParaRPr>
          </a:p>
          <a:p>
            <a:pPr lvl="1"/>
            <a:r>
              <a:rPr lang="en-US" sz="1600" dirty="0"/>
              <a:t>✅ Maintains unique Member ID for each member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✅ Contains details like member name, </a:t>
            </a:r>
          </a:p>
          <a:p>
            <a:pPr lvl="1"/>
            <a:r>
              <a:rPr lang="en-US" sz="1600" dirty="0"/>
              <a:t>              gender, and date of birth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✅ Stores contact information such as </a:t>
            </a:r>
          </a:p>
          <a:p>
            <a:pPr lvl="1"/>
            <a:r>
              <a:rPr lang="en-US" sz="1600" dirty="0"/>
              <a:t>              phone number, email, and address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✅ Tracks membership type and joining date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✅ Maintains member status (Active / Inactive)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✅ Records membership validity period </a:t>
            </a:r>
          </a:p>
          <a:p>
            <a:pPr lvl="1"/>
            <a:r>
              <a:rPr lang="en-US" sz="1600" dirty="0"/>
              <a:t>              </a:t>
            </a:r>
          </a:p>
          <a:p>
            <a:pPr lvl="1"/>
            <a:r>
              <a:rPr lang="en-US" sz="1600" dirty="0"/>
              <a:t>✅ Includes transaction amount and currency details 💳📚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52959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353EDC-3DA5-5687-154D-54E2F1A19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61" y="845245"/>
            <a:ext cx="5861249" cy="44212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0BF2C3-7EDF-EA70-A05E-6263B2EAA319}"/>
              </a:ext>
            </a:extLst>
          </p:cNvPr>
          <p:cNvSpPr txBox="1"/>
          <p:nvPr/>
        </p:nvSpPr>
        <p:spPr>
          <a:xfrm>
            <a:off x="0" y="93537"/>
            <a:ext cx="7340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Input screen for </a:t>
            </a:r>
            <a:r>
              <a:rPr lang="en-IN" sz="3200" dirty="0" err="1">
                <a:latin typeface="Algerian" panose="04020705040A02060702" pitchFamily="82" charset="0"/>
              </a:rPr>
              <a:t>zmember</a:t>
            </a:r>
            <a:r>
              <a:rPr lang="en-IN" sz="3200" dirty="0">
                <a:latin typeface="Algerian" panose="04020705040A02060702" pitchFamily="82" charset="0"/>
              </a:rPr>
              <a:t> table </a:t>
            </a:r>
            <a:r>
              <a:rPr lang="en-IN" sz="3200" dirty="0"/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358E2-8FA4-398D-297D-9E87D20B18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302" y="845245"/>
            <a:ext cx="2626664" cy="37731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16D745-EE75-519F-6D1E-F6FA898E11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9786" y="845245"/>
            <a:ext cx="2679714" cy="3773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1A3C5E-8A29-0CBE-498B-A00F22AC907C}"/>
              </a:ext>
            </a:extLst>
          </p:cNvPr>
          <p:cNvSpPr txBox="1"/>
          <p:nvPr/>
        </p:nvSpPr>
        <p:spPr>
          <a:xfrm>
            <a:off x="6712985" y="5094946"/>
            <a:ext cx="4644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It will generates the ID cards for both pro and </a:t>
            </a:r>
          </a:p>
          <a:p>
            <a:r>
              <a:rPr lang="en-IN" dirty="0"/>
              <a:t>General members by using SMARTFORMS.</a:t>
            </a:r>
          </a:p>
        </p:txBody>
      </p:sp>
    </p:spTree>
    <p:extLst>
      <p:ext uri="{BB962C8B-B14F-4D97-AF65-F5344CB8AC3E}">
        <p14:creationId xmlns:p14="http://schemas.microsoft.com/office/powerpoint/2010/main" val="237449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02053B-F3CD-D77F-B78E-5400F9F60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23" y="1180286"/>
            <a:ext cx="7283186" cy="53353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7716D6-5ED6-B709-40F3-45CA0B27E765}"/>
              </a:ext>
            </a:extLst>
          </p:cNvPr>
          <p:cNvSpPr txBox="1"/>
          <p:nvPr/>
        </p:nvSpPr>
        <p:spPr>
          <a:xfrm>
            <a:off x="0" y="367748"/>
            <a:ext cx="7909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Algerian" panose="04020705040A02060702" pitchFamily="82" charset="0"/>
              </a:rPr>
              <a:t> ZTRANSACTION    --  TRANSACTIONS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A4269C-0E5E-AFA0-A250-A5DF033C47AE}"/>
              </a:ext>
            </a:extLst>
          </p:cNvPr>
          <p:cNvSpPr txBox="1"/>
          <p:nvPr/>
        </p:nvSpPr>
        <p:spPr>
          <a:xfrm>
            <a:off x="7742582" y="1498338"/>
            <a:ext cx="46316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This is a custom transparent </a:t>
            </a:r>
          </a:p>
          <a:p>
            <a:r>
              <a:rPr lang="en-US" dirty="0"/>
              <a:t>       table  ZTRANSACTION in SAP</a:t>
            </a:r>
          </a:p>
          <a:p>
            <a:r>
              <a:rPr lang="en-US" dirty="0"/>
              <a:t>       ABAP  Data Dictionary (SE11).</a:t>
            </a:r>
          </a:p>
          <a:p>
            <a:br>
              <a:rPr lang="en-US" dirty="0"/>
            </a:br>
            <a:r>
              <a:rPr lang="en-US" dirty="0"/>
              <a:t>✅ It is used to store library book </a:t>
            </a:r>
          </a:p>
          <a:p>
            <a:r>
              <a:rPr lang="en-US" dirty="0"/>
              <a:t>       issue and return transaction details.</a:t>
            </a:r>
          </a:p>
          <a:p>
            <a:br>
              <a:rPr lang="en-US" dirty="0"/>
            </a:br>
            <a:r>
              <a:rPr lang="en-US" dirty="0"/>
              <a:t>✅ Primary key fields are BOOK_ID</a:t>
            </a:r>
          </a:p>
          <a:p>
            <a:r>
              <a:rPr lang="en-US" dirty="0"/>
              <a:t>       , MEMBER_ID, and ISSUE_DATE.</a:t>
            </a:r>
          </a:p>
          <a:p>
            <a:br>
              <a:rPr lang="en-US" dirty="0"/>
            </a:br>
            <a:r>
              <a:rPr lang="en-US" dirty="0"/>
              <a:t>✅ It includes fields for dates, status</a:t>
            </a:r>
          </a:p>
          <a:p>
            <a:r>
              <a:rPr lang="en-US" dirty="0"/>
              <a:t>       , issued-by, and number of units.</a:t>
            </a:r>
          </a:p>
          <a:p>
            <a:br>
              <a:rPr lang="en-US" dirty="0"/>
            </a:br>
            <a:r>
              <a:rPr lang="en-US" dirty="0"/>
              <a:t>✅ It tracks fine amount and currency</a:t>
            </a:r>
          </a:p>
          <a:p>
            <a:r>
              <a:rPr lang="en-US" dirty="0"/>
              <a:t>        for late returns.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04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33A8FD-04C0-AF34-2103-E1542250C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030" y="1085791"/>
            <a:ext cx="6067155" cy="44134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1CB5DA-CF38-4169-721D-000086671F15}"/>
              </a:ext>
            </a:extLst>
          </p:cNvPr>
          <p:cNvSpPr txBox="1"/>
          <p:nvPr/>
        </p:nvSpPr>
        <p:spPr>
          <a:xfrm>
            <a:off x="264815" y="162461"/>
            <a:ext cx="81948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Algerian" panose="04020705040A02060702" pitchFamily="82" charset="0"/>
              </a:rPr>
              <a:t>ZLIBRARY    --    LIBRARIAN DETAILS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68242-D124-DDAE-F7FC-01124B966430}"/>
              </a:ext>
            </a:extLst>
          </p:cNvPr>
          <p:cNvSpPr txBox="1"/>
          <p:nvPr/>
        </p:nvSpPr>
        <p:spPr>
          <a:xfrm>
            <a:off x="416232" y="872121"/>
            <a:ext cx="5273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Stores information about library staff (librarians)</a:t>
            </a:r>
          </a:p>
          <a:p>
            <a:pPr lvl="1"/>
            <a:r>
              <a:rPr lang="en-US" sz="2000" dirty="0">
                <a:solidFill>
                  <a:schemeClr val="accent4"/>
                </a:solidFill>
              </a:rPr>
              <a:t>✅ </a:t>
            </a:r>
            <a:r>
              <a:rPr lang="en-US" sz="2000" dirty="0"/>
              <a:t>Maintains unique Employee ID for </a:t>
            </a:r>
          </a:p>
          <a:p>
            <a:pPr lvl="1"/>
            <a:r>
              <a:rPr lang="en-US" sz="2000" dirty="0"/>
              <a:t>               each librarian</a:t>
            </a:r>
          </a:p>
          <a:p>
            <a:pPr lvl="1"/>
            <a:r>
              <a:rPr lang="en-US" sz="2000" dirty="0">
                <a:solidFill>
                  <a:schemeClr val="accent4"/>
                </a:solidFill>
              </a:rPr>
              <a:t>✅ </a:t>
            </a:r>
            <a:r>
              <a:rPr lang="en-US" sz="2000" dirty="0"/>
              <a:t>Contains details like librarian name </a:t>
            </a:r>
          </a:p>
          <a:p>
            <a:pPr lvl="1"/>
            <a:r>
              <a:rPr lang="en-US" sz="2000" dirty="0"/>
              <a:t>               and  contact number</a:t>
            </a:r>
          </a:p>
          <a:p>
            <a:pPr lvl="1"/>
            <a:r>
              <a:rPr lang="en-US" sz="2000" dirty="0">
                <a:solidFill>
                  <a:schemeClr val="accent4"/>
                </a:solidFill>
              </a:rPr>
              <a:t>✅ </a:t>
            </a:r>
            <a:r>
              <a:rPr lang="en-US" sz="2000" dirty="0"/>
              <a:t>Stores email and gender information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>
                <a:solidFill>
                  <a:schemeClr val="accent4"/>
                </a:solidFill>
              </a:rPr>
              <a:t>✅ </a:t>
            </a:r>
            <a:r>
              <a:rPr lang="en-US" sz="2000" dirty="0"/>
              <a:t>Tracks number of books handled by </a:t>
            </a:r>
          </a:p>
          <a:p>
            <a:pPr lvl="1"/>
            <a:r>
              <a:rPr lang="en-US" sz="2000" dirty="0"/>
              <a:t>               each librarian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>
                <a:solidFill>
                  <a:schemeClr val="accent4"/>
                </a:solidFill>
              </a:rPr>
              <a:t>✅ </a:t>
            </a:r>
            <a:r>
              <a:rPr lang="en-US" sz="2000" dirty="0"/>
              <a:t>Maintains count of books returned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>
                <a:solidFill>
                  <a:schemeClr val="accent4"/>
                </a:solidFill>
              </a:rPr>
              <a:t>✅ </a:t>
            </a:r>
            <a:r>
              <a:rPr lang="en-US" sz="2000" dirty="0"/>
              <a:t>Helps in monitoring librarian activities and responsibilities </a:t>
            </a:r>
            <a:r>
              <a:rPr lang="en-US" sz="2000" dirty="0">
                <a:solidFill>
                  <a:schemeClr val="accent4"/>
                </a:solidFill>
              </a:rPr>
              <a:t>📚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5349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50794E-94ED-8F2B-D6C3-ECDC24A76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602" y="1019493"/>
            <a:ext cx="6498661" cy="35752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5240A6-7DA1-DD8C-7E05-613FB488CB10}"/>
              </a:ext>
            </a:extLst>
          </p:cNvPr>
          <p:cNvSpPr txBox="1"/>
          <p:nvPr/>
        </p:nvSpPr>
        <p:spPr>
          <a:xfrm>
            <a:off x="285581" y="1019493"/>
            <a:ext cx="540775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Maintains unique Book ID for each book.</a:t>
            </a:r>
          </a:p>
          <a:p>
            <a:endParaRPr lang="en-US" dirty="0">
              <a:solidFill>
                <a:schemeClr val="accent4"/>
              </a:solidFill>
            </a:endParaRPr>
          </a:p>
          <a:p>
            <a:pPr lvl="1"/>
            <a:r>
              <a:rPr lang="en-US" dirty="0"/>
              <a:t>✅ Stores total number of copies available in </a:t>
            </a:r>
          </a:p>
          <a:p>
            <a:pPr lvl="1"/>
            <a:r>
              <a:rPr lang="en-US" dirty="0"/>
              <a:t>          the library</a:t>
            </a:r>
          </a:p>
          <a:p>
            <a:pPr lvl="1"/>
            <a:r>
              <a:rPr lang="en-US" dirty="0"/>
              <a:t>✅ Tracks available copies for issuing  </a:t>
            </a:r>
          </a:p>
          <a:p>
            <a:pPr lvl="1"/>
            <a:r>
              <a:rPr lang="en-US" dirty="0"/>
              <a:t>          to  students/users</a:t>
            </a:r>
          </a:p>
          <a:p>
            <a:pPr lvl="1"/>
            <a:r>
              <a:rPr lang="en-US" dirty="0"/>
              <a:t>✅ Updates available copies when a book</a:t>
            </a:r>
          </a:p>
          <a:p>
            <a:pPr lvl="1"/>
            <a:r>
              <a:rPr lang="en-US" dirty="0"/>
              <a:t>           is  issued or returned</a:t>
            </a:r>
          </a:p>
          <a:p>
            <a:pPr lvl="1"/>
            <a:r>
              <a:rPr lang="en-US" dirty="0"/>
              <a:t>✅ Acts as the main reference table for library </a:t>
            </a:r>
          </a:p>
          <a:p>
            <a:pPr lvl="1"/>
            <a:r>
              <a:rPr lang="en-US" dirty="0"/>
              <a:t>           book availability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5702F-49ED-14DD-CAEA-DC292D145A2D}"/>
              </a:ext>
            </a:extLst>
          </p:cNvPr>
          <p:cNvSpPr txBox="1"/>
          <p:nvPr/>
        </p:nvSpPr>
        <p:spPr>
          <a:xfrm>
            <a:off x="285581" y="68826"/>
            <a:ext cx="6115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latin typeface="Algerian" panose="04020705040A02060702" pitchFamily="82" charset="0"/>
              </a:rPr>
              <a:t>ZLIBRARY1      --   COPIES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26127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F21D2A-62D5-554C-D7E9-F41DD75AF03D}"/>
              </a:ext>
            </a:extLst>
          </p:cNvPr>
          <p:cNvSpPr txBox="1"/>
          <p:nvPr/>
        </p:nvSpPr>
        <p:spPr>
          <a:xfrm>
            <a:off x="367033" y="169195"/>
            <a:ext cx="7994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Report for </a:t>
            </a:r>
            <a:r>
              <a:rPr lang="en-IN" sz="3200" dirty="0" err="1">
                <a:latin typeface="Algerian" panose="04020705040A02060702" pitchFamily="82" charset="0"/>
              </a:rPr>
              <a:t>ztransaction</a:t>
            </a:r>
            <a:r>
              <a:rPr lang="en-IN" sz="3200" dirty="0">
                <a:latin typeface="Algerian" panose="04020705040A02060702" pitchFamily="82" charset="0"/>
              </a:rPr>
              <a:t> – zcode_v1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AD0376-2481-86FB-1232-932F517A9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58" y="1115965"/>
            <a:ext cx="3475021" cy="3429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DA4B4F-C0F9-3712-B11C-EC8A4728E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914" y="1115965"/>
            <a:ext cx="7670242" cy="19318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F6F0CA-456E-FA43-F0CF-EA7F9455F3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438" y="3879045"/>
            <a:ext cx="7943194" cy="16623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708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264F9E-2691-4833-5669-9475C9ADD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31" y="321314"/>
            <a:ext cx="6141892" cy="36892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18C881-EA13-F27C-22EB-2572E5925859}"/>
              </a:ext>
            </a:extLst>
          </p:cNvPr>
          <p:cNvSpPr txBox="1"/>
          <p:nvPr/>
        </p:nvSpPr>
        <p:spPr>
          <a:xfrm>
            <a:off x="314740" y="4459416"/>
            <a:ext cx="516038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ym typeface="Wingdings" panose="05000000000000000000" pitchFamily="2" charset="2"/>
              </a:rPr>
              <a:t>Issue Date – Return Date.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ym typeface="Wingdings" panose="05000000000000000000" pitchFamily="2" charset="2"/>
              </a:rPr>
              <a:t>Copies Available.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ym typeface="Wingdings" panose="05000000000000000000" pitchFamily="2" charset="2"/>
              </a:rPr>
              <a:t>No Of Books Issued By Librarian.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ym typeface="Wingdings" panose="05000000000000000000" pitchFamily="2" charset="2"/>
              </a:rPr>
              <a:t>Interactive Report.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ym typeface="Wingdings" panose="05000000000000000000" pitchFamily="2" charset="2"/>
              </a:rPr>
              <a:t>ALV for Interactive Report</a:t>
            </a:r>
            <a:r>
              <a:rPr lang="en-IN" dirty="0">
                <a:sym typeface="Wingdings" panose="05000000000000000000" pitchFamily="2" charset="2"/>
              </a:rPr>
              <a:t>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F966F9-84E1-62C4-E853-CC1A46FA2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814" y="321314"/>
            <a:ext cx="5476303" cy="3562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748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AA316E-59B9-9415-8007-5A424730E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579" y="407500"/>
            <a:ext cx="9381033" cy="39093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BC2354-8CBE-AE5A-B173-70A879EFA818}"/>
              </a:ext>
            </a:extLst>
          </p:cNvPr>
          <p:cNvSpPr txBox="1"/>
          <p:nvPr/>
        </p:nvSpPr>
        <p:spPr>
          <a:xfrm>
            <a:off x="363794" y="4623127"/>
            <a:ext cx="10671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 displays the transactions present for particular </a:t>
            </a:r>
            <a:r>
              <a:rPr lang="en-IN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book_id</a:t>
            </a: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also overall</a:t>
            </a:r>
          </a:p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 present in library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536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AED2B8-D8C1-25C6-0D6B-3FF2E70AB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942" y="448747"/>
            <a:ext cx="5586461" cy="15625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C8079E-0E90-6281-512B-349AF2C0A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173" y="3107046"/>
            <a:ext cx="6471355" cy="2357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E4C243-1CA6-8B5D-BC24-331B974170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69" y="3318698"/>
            <a:ext cx="3749365" cy="1165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2CCF49-8F3E-6A0E-124A-5742F3F9E1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5" y="5730761"/>
            <a:ext cx="6776445" cy="8509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FCB802-F4BD-AA99-476A-59F36D123CDE}"/>
              </a:ext>
            </a:extLst>
          </p:cNvPr>
          <p:cNvSpPr txBox="1"/>
          <p:nvPr/>
        </p:nvSpPr>
        <p:spPr>
          <a:xfrm>
            <a:off x="4538171" y="918546"/>
            <a:ext cx="8627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ym typeface="Wingdings" panose="05000000000000000000" pitchFamily="2" charset="2"/>
              </a:rPr>
              <a:t></a:t>
            </a:r>
            <a:endParaRPr lang="en-IN" sz="5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CFC02F-DA90-435D-0E41-57B1B5C527C3}"/>
              </a:ext>
            </a:extLst>
          </p:cNvPr>
          <p:cNvSpPr txBox="1"/>
          <p:nvPr/>
        </p:nvSpPr>
        <p:spPr>
          <a:xfrm>
            <a:off x="8351825" y="1705465"/>
            <a:ext cx="612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/>
              <a:t>↓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44D669-CE66-76BD-A2E4-9547A100EB18}"/>
              </a:ext>
            </a:extLst>
          </p:cNvPr>
          <p:cNvSpPr txBox="1"/>
          <p:nvPr/>
        </p:nvSpPr>
        <p:spPr>
          <a:xfrm>
            <a:off x="4569431" y="3239958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dirty="0"/>
              <a:t>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77C85A-DC6C-EC1A-3EF2-B02817A97E8A}"/>
              </a:ext>
            </a:extLst>
          </p:cNvPr>
          <p:cNvSpPr txBox="1"/>
          <p:nvPr/>
        </p:nvSpPr>
        <p:spPr>
          <a:xfrm>
            <a:off x="1882441" y="4407322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dirty="0"/>
              <a:t>↓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364E2-F98A-DEA3-FAD4-C8D156C6A6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37" y="315358"/>
            <a:ext cx="4569431" cy="196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5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A64367-F288-ABE7-B086-C73920FF2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83" y="1415008"/>
            <a:ext cx="5952531" cy="4520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0B1F78-D04D-FD22-4366-E3986D588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903" y="1415008"/>
            <a:ext cx="3273933" cy="47028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FADCE6-F77E-3E2B-61B6-DF89DA4DDB96}"/>
              </a:ext>
            </a:extLst>
          </p:cNvPr>
          <p:cNvSpPr txBox="1"/>
          <p:nvPr/>
        </p:nvSpPr>
        <p:spPr>
          <a:xfrm>
            <a:off x="6973556" y="3167389"/>
            <a:ext cx="9380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ym typeface="Wingdings" panose="05000000000000000000" pitchFamily="2" charset="2"/>
              </a:rPr>
              <a:t></a:t>
            </a:r>
            <a:endParaRPr lang="en-IN" sz="6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46BC53-787E-11E7-AC1F-B3EDDE684BB5}"/>
              </a:ext>
            </a:extLst>
          </p:cNvPr>
          <p:cNvSpPr txBox="1"/>
          <p:nvPr/>
        </p:nvSpPr>
        <p:spPr>
          <a:xfrm>
            <a:off x="2833635" y="337790"/>
            <a:ext cx="63289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SMART FORM FOR PRO_ID CARD :</a:t>
            </a:r>
          </a:p>
        </p:txBody>
      </p:sp>
    </p:spTree>
    <p:extLst>
      <p:ext uri="{BB962C8B-B14F-4D97-AF65-F5344CB8AC3E}">
        <p14:creationId xmlns:p14="http://schemas.microsoft.com/office/powerpoint/2010/main" val="344995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C6EB21-D92A-4A90-6987-8414ED18B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31" y="1421451"/>
            <a:ext cx="6445628" cy="42534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3C1015-D5F4-D46B-4680-0A5A237A2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582" y="1421451"/>
            <a:ext cx="3215240" cy="4527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C8B32A-28AC-9E97-8B5C-80D296FF1CB9}"/>
              </a:ext>
            </a:extLst>
          </p:cNvPr>
          <p:cNvSpPr txBox="1"/>
          <p:nvPr/>
        </p:nvSpPr>
        <p:spPr>
          <a:xfrm>
            <a:off x="7316982" y="3548156"/>
            <a:ext cx="9380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ym typeface="Wingdings" panose="05000000000000000000" pitchFamily="2" charset="2"/>
              </a:rPr>
              <a:t></a:t>
            </a:r>
            <a:endParaRPr lang="en-IN" sz="6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90822-31E5-7305-742D-C0C8602F6787}"/>
              </a:ext>
            </a:extLst>
          </p:cNvPr>
          <p:cNvSpPr txBox="1"/>
          <p:nvPr/>
        </p:nvSpPr>
        <p:spPr>
          <a:xfrm>
            <a:off x="710720" y="270946"/>
            <a:ext cx="919674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latin typeface="Algerian" panose="04020705040A02060702" pitchFamily="82" charset="0"/>
              </a:rPr>
              <a:t>SMART FORM FOR GENERAL_ID CARD 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76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6BC73C-8EC5-220F-19FF-55259D18F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00" y="1358002"/>
            <a:ext cx="6802126" cy="33152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DB2A90-06DB-AB46-728B-1D5AC6CA0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961" y="668837"/>
            <a:ext cx="3277588" cy="50291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38CFFF-3FD1-3D63-8BA9-B1EDF4DE9D9E}"/>
              </a:ext>
            </a:extLst>
          </p:cNvPr>
          <p:cNvSpPr txBox="1"/>
          <p:nvPr/>
        </p:nvSpPr>
        <p:spPr>
          <a:xfrm>
            <a:off x="7530669" y="2921168"/>
            <a:ext cx="9380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ym typeface="Wingdings" panose="05000000000000000000" pitchFamily="2" charset="2"/>
              </a:rPr>
              <a:t></a:t>
            </a:r>
            <a:endParaRPr lang="en-IN" sz="6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7D0FB-94C8-4EF3-2BA9-077819BC4D86}"/>
              </a:ext>
            </a:extLst>
          </p:cNvPr>
          <p:cNvSpPr txBox="1"/>
          <p:nvPr/>
        </p:nvSpPr>
        <p:spPr>
          <a:xfrm>
            <a:off x="453700" y="176395"/>
            <a:ext cx="82898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lgerian" panose="04020705040A02060702" pitchFamily="82" charset="0"/>
              </a:rPr>
              <a:t>SMART FORM FOR ISSUE  RECIPT 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31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390AE4-3F02-E079-6468-C34033B01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30" y="1685063"/>
            <a:ext cx="7013750" cy="4738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503373-D45D-3231-3769-57EA83597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275" y="1685063"/>
            <a:ext cx="2927419" cy="4644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240C32-1FE2-6736-3225-18CE1A561E35}"/>
              </a:ext>
            </a:extLst>
          </p:cNvPr>
          <p:cNvSpPr txBox="1"/>
          <p:nvPr/>
        </p:nvSpPr>
        <p:spPr>
          <a:xfrm>
            <a:off x="199404" y="183272"/>
            <a:ext cx="8576387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latin typeface="Algerian" panose="04020705040A02060702" pitchFamily="82" charset="0"/>
              </a:rPr>
              <a:t>SMART FORM FOR RETURN  RECIPT :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71809E-8B14-3579-627C-BACDA56596A4}"/>
              </a:ext>
            </a:extLst>
          </p:cNvPr>
          <p:cNvSpPr txBox="1"/>
          <p:nvPr/>
        </p:nvSpPr>
        <p:spPr>
          <a:xfrm>
            <a:off x="7837714" y="3499711"/>
            <a:ext cx="9380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ym typeface="Wingdings" panose="05000000000000000000" pitchFamily="2" charset="2"/>
              </a:rPr>
              <a:t>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38356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F341F4-D414-5D0A-9DFE-D11A0959A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17" y="1161853"/>
            <a:ext cx="7094835" cy="45342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0A4322-7764-476B-3A18-F5B634C97B5D}"/>
              </a:ext>
            </a:extLst>
          </p:cNvPr>
          <p:cNvSpPr txBox="1"/>
          <p:nvPr/>
        </p:nvSpPr>
        <p:spPr>
          <a:xfrm>
            <a:off x="371788" y="331596"/>
            <a:ext cx="9018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FINAL REPORT FOR ALL REPORTS AND TABLES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24A5A7-4D6F-0A79-931C-A9F0BB8D2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737" y="1739882"/>
            <a:ext cx="3977985" cy="26748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5E1FD3-E045-41CB-F56A-647D5B6A80F3}"/>
              </a:ext>
            </a:extLst>
          </p:cNvPr>
          <p:cNvSpPr txBox="1"/>
          <p:nvPr/>
        </p:nvSpPr>
        <p:spPr>
          <a:xfrm>
            <a:off x="7731103" y="1256045"/>
            <a:ext cx="373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INPUT SCREEN FOR FINAL REPORT:</a:t>
            </a:r>
          </a:p>
        </p:txBody>
      </p:sp>
    </p:spTree>
    <p:extLst>
      <p:ext uri="{BB962C8B-B14F-4D97-AF65-F5344CB8AC3E}">
        <p14:creationId xmlns:p14="http://schemas.microsoft.com/office/powerpoint/2010/main" val="3421223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F43FCD-DA18-0968-B1B9-A90A66F47C8F}"/>
              </a:ext>
            </a:extLst>
          </p:cNvPr>
          <p:cNvSpPr txBox="1"/>
          <p:nvPr/>
        </p:nvSpPr>
        <p:spPr>
          <a:xfrm>
            <a:off x="3185328" y="3084843"/>
            <a:ext cx="70137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1510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450</TotalTime>
  <Words>915</Words>
  <Application>Microsoft Office PowerPoint</Application>
  <PresentationFormat>Widescreen</PresentationFormat>
  <Paragraphs>170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Algerian</vt:lpstr>
      <vt:lpstr>Aptos</vt:lpstr>
      <vt:lpstr>Arial</vt:lpstr>
      <vt:lpstr>Arial Black</vt:lpstr>
      <vt:lpstr>Bahnschrift Light Condensed</vt:lpstr>
      <vt:lpstr>Bookman Old Style</vt:lpstr>
      <vt:lpstr>Rockwell</vt:lpstr>
      <vt:lpstr>Wingdings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nettem sathyasai</dc:creator>
  <cp:lastModifiedBy>Vemula Himaja</cp:lastModifiedBy>
  <cp:revision>11</cp:revision>
  <dcterms:created xsi:type="dcterms:W3CDTF">2026-03-17T16:29:01Z</dcterms:created>
  <dcterms:modified xsi:type="dcterms:W3CDTF">2026-05-09T16:20:10Z</dcterms:modified>
</cp:coreProperties>
</file>